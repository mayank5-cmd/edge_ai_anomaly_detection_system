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5671800" cy="8737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175400" y="2708640"/>
            <a:ext cx="13320720" cy="92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5328360" y="8125920"/>
            <a:ext cx="501444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78372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1128384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81A7DD-261E-4BAF-A342-00CF5FEEA77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17080" y="2146320"/>
            <a:ext cx="6679080" cy="25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li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k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it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h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tl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x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r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217080" y="2146320"/>
            <a:ext cx="6679080" cy="25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5328360" y="8125920"/>
            <a:ext cx="501444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78372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1128384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77490F-8E1C-4944-85F6-7A1A2C4124FC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217080" y="2146320"/>
            <a:ext cx="6679080" cy="25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edit the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 text </a:t>
            </a: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format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83720" y="2009520"/>
            <a:ext cx="6816960" cy="1623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070840" y="2009520"/>
            <a:ext cx="6816960" cy="1623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9144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3716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8288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7432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5328360" y="8125920"/>
            <a:ext cx="501444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78372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1128384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732056-BA6C-4AE2-93DE-4133B4006BA2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17080" y="2146320"/>
            <a:ext cx="6679080" cy="2585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6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5328360" y="8125920"/>
            <a:ext cx="501444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1"/>
          </p:nvPr>
        </p:nvSpPr>
        <p:spPr>
          <a:xfrm>
            <a:off x="78372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1128384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82AE4E-03D9-400D-A401-ACB007056914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ftr" idx="13"/>
          </p:nvPr>
        </p:nvSpPr>
        <p:spPr>
          <a:xfrm>
            <a:off x="5328360" y="8125920"/>
            <a:ext cx="501444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4"/>
          </p:nvPr>
        </p:nvSpPr>
        <p:spPr>
          <a:xfrm>
            <a:off x="78372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5"/>
          </p:nvPr>
        </p:nvSpPr>
        <p:spPr>
          <a:xfrm>
            <a:off x="11283840" y="8125920"/>
            <a:ext cx="3604320" cy="436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3452CD0-A75F-40A3-AAF9-C1F98140D971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783360" y="348480"/>
            <a:ext cx="14104080" cy="145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783360" y="2044440"/>
            <a:ext cx="14104080" cy="506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object 2"/>
          <p:cNvPicPr/>
          <p:nvPr/>
        </p:nvPicPr>
        <p:blipFill>
          <a:blip r:embed="rId1"/>
          <a:stretch/>
        </p:blipFill>
        <p:spPr>
          <a:xfrm>
            <a:off x="9510120" y="0"/>
            <a:ext cx="6158160" cy="616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object 3"/>
          <p:cNvSpPr/>
          <p:nvPr/>
        </p:nvSpPr>
        <p:spPr>
          <a:xfrm>
            <a:off x="12574800" y="6754320"/>
            <a:ext cx="360" cy="1913400"/>
          </a:xfrm>
          <a:custGeom>
            <a:avLst/>
            <a:gdLst>
              <a:gd name="textAreaLeft" fmla="*/ 0 w 360"/>
              <a:gd name="textAreaRight" fmla="*/ 720 w 360"/>
              <a:gd name="textAreaTop" fmla="*/ 0 h 1913400"/>
              <a:gd name="textAreaBottom" fmla="*/ 1913760 h 1913400"/>
            </a:gdLst>
            <a:ahLst/>
            <a:cxnLst/>
            <a:rect l="textAreaLeft" t="textAreaTop" r="textAreaRight" b="textAreaBottom"/>
            <a:pathLst>
              <a:path w="0" h="1913890">
                <a:moveTo>
                  <a:pt x="0" y="1913309"/>
                </a:moveTo>
                <a:lnTo>
                  <a:pt x="0" y="0"/>
                </a:lnTo>
              </a:path>
            </a:pathLst>
          </a:custGeom>
          <a:noFill/>
          <a:ln w="954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object 4"/>
          <p:cNvSpPr/>
          <p:nvPr/>
        </p:nvSpPr>
        <p:spPr>
          <a:xfrm>
            <a:off x="212040" y="1671120"/>
            <a:ext cx="404208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pos="914400" algn="l"/>
                <a:tab pos="2418840" algn="l"/>
              </a:tabLst>
            </a:pPr>
            <a:r>
              <a:rPr lang="en-US" sz="1500" b="1" u="none" spc="346" strike="noStrike">
                <a:solidFill>
                  <a:srgbClr val="A84D49"/>
                </a:solidFill>
                <a:effectLst/>
                <a:uFillTx/>
                <a:latin typeface="Arial"/>
              </a:rPr>
              <a:t>EDGE</a:t>
            </a:r>
            <a:r>
              <a:rPr lang="en-US" sz="1500" b="1" u="none" strike="noStrike">
                <a:solidFill>
                  <a:srgbClr val="A84D49"/>
                </a:solidFill>
                <a:effectLst/>
                <a:uFillTx/>
                <a:latin typeface="Arial"/>
              </a:rPr>
              <a:t>	</a:t>
            </a:r>
            <a:r>
              <a:rPr lang="en-US" sz="1500" b="1" u="none" spc="374" strike="noStrike">
                <a:solidFill>
                  <a:srgbClr val="A84D49"/>
                </a:solidFill>
                <a:effectLst/>
                <a:uFillTx/>
                <a:latin typeface="Arial"/>
              </a:rPr>
              <a:t>ANOMALY</a:t>
            </a:r>
            <a:r>
              <a:rPr lang="en-US" sz="1500" b="1" u="none" strike="noStrike">
                <a:solidFill>
                  <a:srgbClr val="A84D49"/>
                </a:solidFill>
                <a:effectLst/>
                <a:uFillTx/>
                <a:latin typeface="Arial"/>
              </a:rPr>
              <a:t>	</a:t>
            </a:r>
            <a:r>
              <a:rPr lang="en-US" sz="1500" b="1" u="none" spc="425" strike="noStrike">
                <a:solidFill>
                  <a:srgbClr val="A84D49"/>
                </a:solidFill>
                <a:effectLst/>
                <a:uFillTx/>
                <a:latin typeface="Arial"/>
              </a:rPr>
              <a:t>DETECTION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/>
          </p:nvPr>
        </p:nvSpPr>
        <p:spPr>
          <a:xfrm>
            <a:off x="217080" y="2146320"/>
            <a:ext cx="6679080" cy="2495520"/>
          </a:xfrm>
          <a:prstGeom prst="rect">
            <a:avLst/>
          </a:prstGeom>
          <a:noFill/>
          <a:ln w="0">
            <a:noFill/>
          </a:ln>
        </p:spPr>
        <p:txBody>
          <a:bodyPr lIns="0" tIns="140400" rIns="0" bIns="0" anchor="t">
            <a:spAutoFit/>
          </a:bodyPr>
          <a:p>
            <a:pPr marL="14760" indent="-2520" algn="l">
              <a:lnSpc>
                <a:spcPts val="6401"/>
              </a:lnSpc>
              <a:spcBef>
                <a:spcPts val="1106"/>
              </a:spcBef>
              <a:buNone/>
              <a:tabLst>
                <a:tab pos="0" algn="l"/>
              </a:tabLst>
            </a:pPr>
            <a:r>
              <a:rPr lang="en-US" sz="6100" b="1" u="none" spc="51" strike="noStrike">
                <a:solidFill>
                  <a:srgbClr val="28262D"/>
                </a:solidFill>
                <a:effectLst/>
                <a:uFillTx/>
                <a:latin typeface="Arial"/>
              </a:rPr>
              <a:t>Preventing</a:t>
            </a:r>
            <a:r>
              <a:rPr lang="en-US" sz="6100" b="1" u="none" spc="519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6100" b="1" u="none" spc="40" strike="noStrike">
                <a:solidFill>
                  <a:srgbClr val="28262D"/>
                </a:solidFill>
                <a:effectLst/>
                <a:uFillTx/>
                <a:latin typeface="Arial"/>
              </a:rPr>
              <a:t>silent </a:t>
            </a:r>
            <a:r>
              <a:rPr lang="en-US" sz="6100" b="1" u="none" spc="96" strike="noStrike">
                <a:solidFill>
                  <a:srgbClr val="28262D"/>
                </a:solidFill>
                <a:effectLst/>
                <a:uFillTx/>
                <a:latin typeface="Arial"/>
              </a:rPr>
              <a:t>hardware</a:t>
            </a:r>
            <a:r>
              <a:rPr lang="en-US" sz="6100" b="1" u="none" spc="295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6100" b="1" u="none" spc="65" strike="noStrike">
                <a:solidFill>
                  <a:srgbClr val="28262D"/>
                </a:solidFill>
                <a:effectLst/>
                <a:uFillTx/>
                <a:latin typeface="Arial"/>
              </a:rPr>
              <a:t>failures </a:t>
            </a:r>
            <a:r>
              <a:rPr lang="en-US" sz="6100" b="1" u="none" spc="79" strike="noStrike">
                <a:solidFill>
                  <a:srgbClr val="BC443A"/>
                </a:solidFill>
                <a:effectLst/>
                <a:uFillTx/>
                <a:latin typeface="Arial"/>
              </a:rPr>
              <a:t>at</a:t>
            </a:r>
            <a:r>
              <a:rPr lang="en-US" sz="6100" b="1" u="none" spc="431" strike="noStrike">
                <a:solidFill>
                  <a:srgbClr val="BC443A"/>
                </a:solidFill>
                <a:effectLst/>
                <a:uFillTx/>
                <a:latin typeface="Arial"/>
              </a:rPr>
              <a:t> </a:t>
            </a:r>
            <a:r>
              <a:rPr lang="en-US" sz="6100" b="1" u="none" spc="85" strike="noStrike">
                <a:solidFill>
                  <a:srgbClr val="BC443A"/>
                </a:solidFill>
                <a:effectLst/>
                <a:uFillTx/>
                <a:latin typeface="Arial"/>
              </a:rPr>
              <a:t>the</a:t>
            </a:r>
            <a:r>
              <a:rPr lang="en-US" sz="6100" b="1" u="none" spc="785" strike="noStrike">
                <a:solidFill>
                  <a:srgbClr val="BC443A"/>
                </a:solidFill>
                <a:effectLst/>
                <a:uFillTx/>
                <a:latin typeface="Arial"/>
              </a:rPr>
              <a:t> </a:t>
            </a:r>
            <a:r>
              <a:rPr lang="en-US" sz="6100" b="1" u="none" spc="170" strike="noStrike">
                <a:solidFill>
                  <a:srgbClr val="BC443A"/>
                </a:solidFill>
                <a:effectLst/>
                <a:uFillTx/>
                <a:latin typeface="Arial"/>
              </a:rPr>
              <a:t>edge.</a:t>
            </a:r>
            <a:endParaRPr lang="en-US" sz="6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object 6"/>
          <p:cNvSpPr/>
          <p:nvPr/>
        </p:nvSpPr>
        <p:spPr>
          <a:xfrm>
            <a:off x="219240" y="5099760"/>
            <a:ext cx="829836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 indent="720">
              <a:lnSpc>
                <a:spcPct val="114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Millions</a:t>
            </a:r>
            <a:r>
              <a:rPr lang="en-US" sz="1650" b="0" u="none" spc="9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of</a:t>
            </a:r>
            <a:r>
              <a:rPr lang="en-US" sz="1650" b="0" u="none" spc="22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smart</a:t>
            </a:r>
            <a:r>
              <a:rPr lang="en-US" sz="1650" b="0" u="none" spc="-5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fans,</a:t>
            </a:r>
            <a:r>
              <a:rPr lang="en-US" sz="1650" b="0" u="none" spc="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air</a:t>
            </a:r>
            <a:r>
              <a:rPr lang="en-US" sz="16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purifiers</a:t>
            </a:r>
            <a:r>
              <a:rPr lang="en-US" sz="1650" b="0" u="none" spc="-54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74" strike="noStrike">
                <a:solidFill>
                  <a:srgbClr val="87837E"/>
                </a:solidFill>
                <a:effectLst/>
                <a:uFillTx/>
                <a:latin typeface="Arial"/>
              </a:rPr>
              <a:t>and</a:t>
            </a:r>
            <a:r>
              <a:rPr lang="en-US" sz="1650" b="0" u="none" spc="-21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51" strike="noStrike">
                <a:solidFill>
                  <a:srgbClr val="87837E"/>
                </a:solidFill>
                <a:effectLst/>
                <a:uFillTx/>
                <a:latin typeface="Arial"/>
              </a:rPr>
              <a:t>motors</a:t>
            </a:r>
            <a:r>
              <a:rPr lang="en-US" sz="1650" b="0" u="none" spc="-9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accumulate</a:t>
            </a:r>
            <a:r>
              <a:rPr lang="en-US" sz="1650" b="0" u="none" spc="-11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mechanica</a:t>
            </a:r>
            <a:r>
              <a:rPr lang="en-US" sz="1650" b="0" u="none" strike="noStrike">
                <a:solidFill>
                  <a:srgbClr val="646060"/>
                </a:solidFill>
                <a:effectLst/>
                <a:uFillTx/>
                <a:latin typeface="Arial"/>
              </a:rPr>
              <a:t>l</a:t>
            </a:r>
            <a:r>
              <a:rPr lang="en-US" sz="1650" b="0" u="none" spc="-113" strike="noStrike">
                <a:solidFill>
                  <a:srgbClr val="646060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wear</a:t>
            </a:r>
            <a:r>
              <a:rPr lang="en-US" sz="1650" b="0" u="none" spc="34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51" strike="noStrike">
                <a:solidFill>
                  <a:srgbClr val="87837E"/>
                </a:solidFill>
                <a:effectLst/>
                <a:uFillTx/>
                <a:latin typeface="Arial"/>
              </a:rPr>
              <a:t>and</a:t>
            </a:r>
            <a:r>
              <a:rPr lang="en-US" sz="1650" b="0" u="none" spc="-184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45" strike="noStrike">
                <a:solidFill>
                  <a:srgbClr val="87837E"/>
                </a:solidFill>
                <a:effectLst/>
                <a:uFillTx/>
                <a:latin typeface="Arial"/>
              </a:rPr>
              <a:t>therma</a:t>
            </a:r>
            <a:r>
              <a:rPr lang="en-US" sz="1650" b="0" u="none" spc="45" strike="noStrike">
                <a:solidFill>
                  <a:srgbClr val="646060"/>
                </a:solidFill>
                <a:effectLst/>
                <a:uFillTx/>
                <a:latin typeface="Arial"/>
              </a:rPr>
              <a:t>l </a:t>
            </a:r>
            <a:r>
              <a:rPr lang="en-US" sz="1650" b="0" u="none" spc="96" strike="noStrike">
                <a:solidFill>
                  <a:srgbClr val="87837E"/>
                </a:solidFill>
                <a:effectLst/>
                <a:uFillTx/>
                <a:latin typeface="Arial"/>
              </a:rPr>
              <a:t>drift</a:t>
            </a:r>
            <a:r>
              <a:rPr lang="en-US" sz="1650" b="0" u="none" spc="-159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111" strike="noStrike">
                <a:solidFill>
                  <a:srgbClr val="87837E"/>
                </a:solidFill>
                <a:effectLst/>
                <a:uFillTx/>
                <a:latin typeface="Arial"/>
              </a:rPr>
              <a:t>that</a:t>
            </a:r>
            <a:r>
              <a:rPr lang="en-US" sz="1650" b="0" u="none" spc="-18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nobody</a:t>
            </a:r>
            <a:r>
              <a:rPr lang="en-US" sz="1650" b="0" u="none" spc="-34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85" strike="noStrike">
                <a:solidFill>
                  <a:srgbClr val="87837E"/>
                </a:solidFill>
                <a:effectLst/>
                <a:uFillTx/>
                <a:latin typeface="Arial"/>
              </a:rPr>
              <a:t>can</a:t>
            </a:r>
            <a:r>
              <a:rPr lang="en-US" sz="1650" b="0" u="none" spc="-159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see</a:t>
            </a:r>
            <a:r>
              <a:rPr lang="en-US" sz="1650" b="0" u="none" spc="-164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-51" strike="noStrike">
                <a:solidFill>
                  <a:srgbClr val="87837E"/>
                </a:solidFill>
                <a:effectLst/>
                <a:uFillTx/>
                <a:latin typeface="Arial"/>
              </a:rPr>
              <a:t>-</a:t>
            </a:r>
            <a:r>
              <a:rPr lang="en-US" sz="16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	</a:t>
            </a:r>
            <a:r>
              <a:rPr lang="en-US" sz="1650" b="0" u="none" spc="71" strike="noStrike">
                <a:solidFill>
                  <a:srgbClr val="87837E"/>
                </a:solidFill>
                <a:effectLst/>
                <a:uFillTx/>
                <a:latin typeface="Arial"/>
              </a:rPr>
              <a:t>until</a:t>
            </a:r>
            <a:r>
              <a:rPr lang="en-US" sz="1650" b="0" u="none" spc="-105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20" strike="noStrike">
                <a:solidFill>
                  <a:srgbClr val="87837E"/>
                </a:solidFill>
                <a:effectLst/>
                <a:uFillTx/>
                <a:latin typeface="Arial"/>
              </a:rPr>
              <a:t>something</a:t>
            </a:r>
            <a:r>
              <a:rPr lang="en-US" sz="1650" b="0" u="none" spc="-7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650" b="0" u="none" spc="-11" strike="noStrike">
                <a:solidFill>
                  <a:srgbClr val="87837E"/>
                </a:solidFill>
                <a:effectLst/>
                <a:uFillTx/>
                <a:latin typeface="Arial"/>
              </a:rPr>
              <a:t>seizes.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object 7"/>
          <p:cNvSpPr/>
          <p:nvPr/>
        </p:nvSpPr>
        <p:spPr>
          <a:xfrm>
            <a:off x="212400" y="6662160"/>
            <a:ext cx="3732840" cy="136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5400" rIns="0" bIns="0" anchor="t">
            <a:spAutoFit/>
          </a:bodyPr>
          <a:p>
            <a:pPr marL="25920">
              <a:lnSpc>
                <a:spcPct val="100000"/>
              </a:lnSpc>
              <a:spcBef>
                <a:spcPts val="751"/>
              </a:spcBef>
              <a:tabLst>
                <a:tab pos="278640" algn="l"/>
              </a:tabLst>
            </a:pPr>
            <a:r>
              <a:rPr lang="en-US" sz="950" b="0" u="none" spc="-26" strike="noStrike">
                <a:solidFill>
                  <a:srgbClr val="87837E"/>
                </a:solidFill>
                <a:effectLst/>
                <a:uFillTx/>
                <a:latin typeface="Arial"/>
              </a:rPr>
              <a:t>//</a:t>
            </a:r>
            <a:r>
              <a:rPr lang="en-US" sz="9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	</a:t>
            </a:r>
            <a:r>
              <a:rPr lang="en-US" sz="950" b="0" u="none" strike="noStrike">
                <a:solidFill>
                  <a:srgbClr val="A3A599"/>
                </a:solidFill>
                <a:effectLst/>
                <a:uFillTx/>
                <a:latin typeface="Arial"/>
              </a:rPr>
              <a:t>0</a:t>
            </a:r>
            <a:r>
              <a:rPr lang="en-US" sz="950" b="1" u="none" spc="99" strike="noStrike">
                <a:solidFill>
                  <a:srgbClr val="87837E"/>
                </a:solidFill>
                <a:effectLst/>
                <a:uFillTx/>
                <a:latin typeface="Arial"/>
              </a:rPr>
              <a:t>1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95"/>
              </a:spcBef>
              <a:tabLst>
                <a:tab pos="278640" algn="l"/>
              </a:tabLst>
            </a:pPr>
            <a:r>
              <a:rPr lang="en-US" sz="1450" b="1" u="none" strike="noStrike">
                <a:solidFill>
                  <a:srgbClr val="28262D"/>
                </a:solidFill>
                <a:effectLst/>
                <a:uFillTx/>
                <a:latin typeface="Arial"/>
              </a:rPr>
              <a:t>Unannounced</a:t>
            </a:r>
            <a:r>
              <a:rPr lang="en-US" sz="1450" b="1" u="none" spc="315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1450" b="1" u="none" spc="-20" strike="noStrike">
                <a:solidFill>
                  <a:srgbClr val="413B3A"/>
                </a:solidFill>
                <a:effectLst/>
                <a:uFillTx/>
                <a:latin typeface="Arial"/>
              </a:rPr>
              <a:t>wear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" indent="2520">
              <a:lnSpc>
                <a:spcPct val="123000"/>
              </a:lnSpc>
              <a:spcBef>
                <a:spcPts val="604"/>
              </a:spcBef>
              <a:tabLst>
                <a:tab pos="0" algn="l"/>
              </a:tabLst>
            </a:pP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Smart</a:t>
            </a:r>
            <a:r>
              <a:rPr lang="en-US" sz="1250" b="0" u="none" spc="-145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home appliances</a:t>
            </a:r>
            <a:r>
              <a:rPr lang="en-US" sz="1250" b="0" u="none" spc="5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suffer</a:t>
            </a:r>
            <a:r>
              <a:rPr lang="en-US" sz="1250" b="0" u="none" spc="-2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silent</a:t>
            </a:r>
            <a:r>
              <a:rPr lang="en-US" sz="1250" b="0" u="none" spc="-2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87837E"/>
                </a:solidFill>
                <a:effectLst/>
                <a:uFillTx/>
                <a:latin typeface="Arial"/>
              </a:rPr>
              <a:t>mechanical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wear</a:t>
            </a:r>
            <a:r>
              <a:rPr lang="en-US" sz="1250" b="0" u="none" spc="4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45" strike="noStrike">
                <a:solidFill>
                  <a:srgbClr val="87837E"/>
                </a:solidFill>
                <a:effectLst/>
                <a:uFillTx/>
                <a:latin typeface="Arial"/>
              </a:rPr>
              <a:t>and thermal</a:t>
            </a:r>
            <a:r>
              <a:rPr lang="en-US" sz="1250" b="0" u="none" spc="34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degradation</a:t>
            </a:r>
            <a:r>
              <a:rPr lang="en-US" sz="1250" b="0" u="none" spc="-4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that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compounds</a:t>
            </a:r>
            <a:r>
              <a:rPr lang="en-US" sz="1250" b="0" u="none" spc="13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31" strike="noStrike">
                <a:solidFill>
                  <a:srgbClr val="87837E"/>
                </a:solidFill>
                <a:effectLst/>
                <a:uFillTx/>
                <a:latin typeface="Arial"/>
              </a:rPr>
              <a:t>long </a:t>
            </a:r>
            <a:r>
              <a:rPr lang="en-US" sz="1250" b="0" u="none" spc="20" strike="noStrike">
                <a:solidFill>
                  <a:srgbClr val="87837E"/>
                </a:solidFill>
                <a:effectLst/>
                <a:uFillTx/>
                <a:latin typeface="Arial"/>
              </a:rPr>
              <a:t>before anyone</a:t>
            </a:r>
            <a:r>
              <a:rPr lang="en-US" sz="1250" b="0" u="none" spc="-4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87837E"/>
                </a:solidFill>
                <a:effectLst/>
                <a:uFillTx/>
                <a:latin typeface="Arial"/>
              </a:rPr>
              <a:t>notices</a:t>
            </a:r>
            <a:r>
              <a:rPr lang="en-US" sz="1250" b="0" u="none" spc="-11" strike="noStrike">
                <a:solidFill>
                  <a:srgbClr val="A3A599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object 8"/>
          <p:cNvSpPr/>
          <p:nvPr/>
        </p:nvSpPr>
        <p:spPr>
          <a:xfrm>
            <a:off x="4340160" y="6668640"/>
            <a:ext cx="3418560" cy="13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8920" rIns="0" bIns="0" anchor="t">
            <a:spAutoFit/>
          </a:bodyPr>
          <a:p>
            <a:pPr marL="23040">
              <a:lnSpc>
                <a:spcPct val="100000"/>
              </a:lnSpc>
              <a:spcBef>
                <a:spcPts val="700"/>
              </a:spcBef>
              <a:tabLst>
                <a:tab pos="275760" algn="l"/>
              </a:tabLst>
            </a:pPr>
            <a:r>
              <a:rPr lang="en-US" sz="950" b="0" u="none" spc="-26" strike="noStrike">
                <a:solidFill>
                  <a:srgbClr val="87837E"/>
                </a:solidFill>
                <a:effectLst/>
                <a:uFillTx/>
                <a:latin typeface="Arial"/>
              </a:rPr>
              <a:t>//</a:t>
            </a:r>
            <a:r>
              <a:rPr lang="en-US" sz="9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	</a:t>
            </a:r>
            <a:r>
              <a:rPr lang="en-US" sz="950" b="0" u="none" strike="noStrike">
                <a:solidFill>
                  <a:srgbClr val="A3A599"/>
                </a:solidFill>
                <a:effectLst/>
                <a:uFillTx/>
                <a:latin typeface="Arial"/>
              </a:rPr>
              <a:t>0</a:t>
            </a:r>
            <a:r>
              <a:rPr lang="en-US" sz="950" b="1" u="none" spc="99" strike="noStrike">
                <a:solidFill>
                  <a:srgbClr val="87837E"/>
                </a:solidFill>
                <a:effectLst/>
                <a:uFillTx/>
                <a:latin typeface="Arial"/>
              </a:rPr>
              <a:t>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040">
              <a:lnSpc>
                <a:spcPct val="100000"/>
              </a:lnSpc>
              <a:spcBef>
                <a:spcPts val="924"/>
              </a:spcBef>
              <a:tabLst>
                <a:tab pos="275760" algn="l"/>
              </a:tabLst>
            </a:pPr>
            <a:r>
              <a:rPr lang="en-US" sz="1450" b="1" u="none" strike="noStrike">
                <a:solidFill>
                  <a:srgbClr val="28262D"/>
                </a:solidFill>
                <a:effectLst/>
                <a:uFillTx/>
                <a:latin typeface="Arial"/>
              </a:rPr>
              <a:t>Cloud</a:t>
            </a:r>
            <a:r>
              <a:rPr lang="en-US" sz="1450" b="1" u="none" spc="-136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1450" b="1" u="none" strike="noStrike">
                <a:solidFill>
                  <a:srgbClr val="28262D"/>
                </a:solidFill>
                <a:effectLst/>
                <a:uFillTx/>
                <a:latin typeface="Arial"/>
              </a:rPr>
              <a:t>is</a:t>
            </a:r>
            <a:r>
              <a:rPr lang="en-US" sz="1450" b="1" u="none" spc="-20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1450" b="1" u="none" strike="noStrike">
                <a:solidFill>
                  <a:srgbClr val="28262D"/>
                </a:solidFill>
                <a:effectLst/>
                <a:uFillTx/>
                <a:latin typeface="Arial"/>
              </a:rPr>
              <a:t>too</a:t>
            </a:r>
            <a:r>
              <a:rPr lang="en-US" sz="1450" b="1" u="none" spc="269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1450" b="1" u="none" spc="-20" strike="noStrike">
                <a:solidFill>
                  <a:srgbClr val="28262D"/>
                </a:solidFill>
                <a:effectLst/>
                <a:uFillTx/>
                <a:latin typeface="Arial"/>
              </a:rPr>
              <a:t>slow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3240">
              <a:lnSpc>
                <a:spcPct val="121000"/>
              </a:lnSpc>
              <a:spcBef>
                <a:spcPts val="570"/>
              </a:spcBef>
              <a:tabLst>
                <a:tab pos="0" algn="l"/>
              </a:tabLst>
            </a:pP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Streaming</a:t>
            </a:r>
            <a:r>
              <a:rPr lang="en-US" sz="1250" b="0" u="none" spc="-79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350" b="0" u="none" strike="noStrike">
                <a:solidFill>
                  <a:srgbClr val="87837E"/>
                </a:solidFill>
                <a:effectLst/>
                <a:uFillTx/>
                <a:latin typeface="Times New Roman"/>
              </a:rPr>
              <a:t>24n</a:t>
            </a:r>
            <a:r>
              <a:rPr lang="en-US" sz="1350" b="0" u="none" spc="465" strike="noStrike">
                <a:solidFill>
                  <a:srgbClr val="87837E"/>
                </a:solidFill>
                <a:effectLst/>
                <a:uFillTx/>
                <a:latin typeface="Times New Roman"/>
              </a:rPr>
              <a:t>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raw</a:t>
            </a:r>
            <a:r>
              <a:rPr lang="en-US" sz="1250" b="0" u="none" spc="-17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sensor</a:t>
            </a:r>
            <a:r>
              <a:rPr lang="en-US" sz="1250" b="0" u="none" spc="-125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51" strike="noStrike">
                <a:solidFill>
                  <a:srgbClr val="87837E"/>
                </a:solidFill>
                <a:effectLst/>
                <a:uFillTx/>
                <a:latin typeface="Arial"/>
              </a:rPr>
              <a:t>data</a:t>
            </a:r>
            <a:r>
              <a:rPr lang="en-US" sz="1250" b="0" u="none" spc="-20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to</a:t>
            </a:r>
            <a:r>
              <a:rPr lang="en-US" sz="1250" b="0" u="none" spc="-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the</a:t>
            </a:r>
            <a:r>
              <a:rPr lang="en-US" sz="1250" b="0" u="none" spc="-6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87837E"/>
                </a:solidFill>
                <a:effectLst/>
                <a:uFillTx/>
                <a:latin typeface="Arial"/>
              </a:rPr>
              <a:t>cloud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introduces</a:t>
            </a:r>
            <a:r>
              <a:rPr lang="en-US" sz="1250" b="0" u="none" spc="36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87837E"/>
                </a:solidFill>
                <a:effectLst/>
                <a:uFillTx/>
                <a:latin typeface="Arial"/>
              </a:rPr>
              <a:t>latency,</a:t>
            </a:r>
            <a:r>
              <a:rPr lang="en-US" sz="1250" b="0" u="none" spc="394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infrastructure cost</a:t>
            </a:r>
            <a:r>
              <a:rPr lang="en-US" sz="1250" b="0" u="none" spc="2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45" strike="noStrike">
                <a:solidFill>
                  <a:srgbClr val="87837E"/>
                </a:solidFill>
                <a:effectLst/>
                <a:uFillTx/>
                <a:latin typeface="Arial"/>
              </a:rPr>
              <a:t>and user 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privacy</a:t>
            </a:r>
            <a:r>
              <a:rPr lang="en-US" sz="1250" b="0" u="none" spc="-11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87837E"/>
                </a:solidFill>
                <a:effectLst/>
                <a:uFillTx/>
                <a:latin typeface="Arial"/>
              </a:rPr>
              <a:t>risk.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object 9"/>
          <p:cNvSpPr/>
          <p:nvPr/>
        </p:nvSpPr>
        <p:spPr>
          <a:xfrm>
            <a:off x="8462160" y="6668640"/>
            <a:ext cx="3465000" cy="135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88920" rIns="0" bIns="0" anchor="t">
            <a:spAutoFit/>
          </a:bodyPr>
          <a:p>
            <a:pPr marL="25920">
              <a:lnSpc>
                <a:spcPct val="100000"/>
              </a:lnSpc>
              <a:spcBef>
                <a:spcPts val="700"/>
              </a:spcBef>
              <a:tabLst>
                <a:tab pos="278640" algn="l"/>
              </a:tabLst>
            </a:pPr>
            <a:r>
              <a:rPr lang="en-US" sz="950" b="0" u="none" spc="-26" strike="noStrike">
                <a:solidFill>
                  <a:srgbClr val="87837E"/>
                </a:solidFill>
                <a:effectLst/>
                <a:uFillTx/>
                <a:latin typeface="Arial"/>
              </a:rPr>
              <a:t>//</a:t>
            </a:r>
            <a:r>
              <a:rPr lang="en-US" sz="9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	</a:t>
            </a:r>
            <a:r>
              <a:rPr lang="en-US" sz="950" b="0" u="none" strike="noStrike">
                <a:solidFill>
                  <a:srgbClr val="A3A599"/>
                </a:solidFill>
                <a:effectLst/>
                <a:uFillTx/>
                <a:latin typeface="Arial"/>
              </a:rPr>
              <a:t>0</a:t>
            </a:r>
            <a:r>
              <a:rPr lang="en-US" sz="950" b="1" u="none" spc="99" strike="noStrike">
                <a:solidFill>
                  <a:srgbClr val="87837E"/>
                </a:solidFill>
                <a:effectLst/>
                <a:uFillTx/>
                <a:latin typeface="Arial"/>
              </a:rPr>
              <a:t>3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924"/>
              </a:spcBef>
              <a:tabLst>
                <a:tab pos="278640" algn="l"/>
              </a:tabLst>
            </a:pPr>
            <a:r>
              <a:rPr lang="en-US" sz="1450" b="1" u="none" strike="noStrike">
                <a:solidFill>
                  <a:srgbClr val="28262D"/>
                </a:solidFill>
                <a:effectLst/>
                <a:uFillTx/>
                <a:latin typeface="Arial"/>
              </a:rPr>
              <a:t>No</a:t>
            </a:r>
            <a:r>
              <a:rPr lang="en-US" sz="1450" b="1" u="none" spc="-40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1450" b="1" u="none" spc="60" strike="noStrike">
                <a:solidFill>
                  <a:srgbClr val="28262D"/>
                </a:solidFill>
                <a:effectLst/>
                <a:uFillTx/>
                <a:latin typeface="Arial"/>
              </a:rPr>
              <a:t>instant</a:t>
            </a:r>
            <a:r>
              <a:rPr lang="en-US" sz="1450" b="1" u="none" spc="11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1450" b="1" u="none" spc="71" strike="noStrike">
                <a:solidFill>
                  <a:srgbClr val="413B3A"/>
                </a:solidFill>
                <a:effectLst/>
                <a:uFillTx/>
                <a:latin typeface="Arial"/>
              </a:rPr>
              <a:t>cut-</a:t>
            </a:r>
            <a:r>
              <a:rPr lang="en-US" sz="1450" b="1" u="none" spc="40" strike="noStrike">
                <a:solidFill>
                  <a:srgbClr val="413B3A"/>
                </a:solidFill>
                <a:effectLst/>
                <a:uFillTx/>
                <a:latin typeface="Arial"/>
              </a:rPr>
              <a:t>off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120" indent="-3240">
              <a:lnSpc>
                <a:spcPct val="125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Traditional</a:t>
            </a:r>
            <a:r>
              <a:rPr lang="en-US" sz="1250" b="0" u="none" spc="-91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cloud-</a:t>
            </a:r>
            <a:r>
              <a:rPr lang="en-US" sz="1250" b="0" u="none" spc="20" strike="noStrike">
                <a:solidFill>
                  <a:srgbClr val="87837E"/>
                </a:solidFill>
                <a:effectLst/>
                <a:uFillTx/>
                <a:latin typeface="Arial"/>
              </a:rPr>
              <a:t>bound</a:t>
            </a:r>
            <a:r>
              <a:rPr lang="en-US" sz="1250" b="0" u="none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20" strike="noStrike">
                <a:solidFill>
                  <a:srgbClr val="87837E"/>
                </a:solidFill>
                <a:effectLst/>
                <a:uFillTx/>
                <a:latin typeface="Arial"/>
              </a:rPr>
              <a:t>Al cannot</a:t>
            </a:r>
            <a:r>
              <a:rPr lang="en-US" sz="1250" b="0" u="none" spc="-2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guarantee</a:t>
            </a:r>
            <a:r>
              <a:rPr lang="en-US" sz="1250" b="0" u="none" spc="-13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26" strike="noStrike">
                <a:solidFill>
                  <a:srgbClr val="87837E"/>
                </a:solidFill>
                <a:effectLst/>
                <a:uFillTx/>
                <a:latin typeface="Arial"/>
              </a:rPr>
              <a:t>the </a:t>
            </a: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millisecond</a:t>
            </a:r>
            <a:r>
              <a:rPr lang="en-US" sz="1250" b="0" u="none" spc="-15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1" strike="noStrike">
                <a:solidFill>
                  <a:srgbClr val="87837E"/>
                </a:solidFill>
                <a:effectLst/>
                <a:uFillTx/>
                <a:latin typeface="Arial"/>
              </a:rPr>
              <a:t>safety</a:t>
            </a:r>
            <a:r>
              <a:rPr lang="en-US" sz="1250" b="0" u="none" spc="-45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54" strike="noStrike">
                <a:solidFill>
                  <a:srgbClr val="87837E"/>
                </a:solidFill>
                <a:effectLst/>
                <a:uFillTx/>
                <a:latin typeface="Arial"/>
              </a:rPr>
              <a:t>cut-</a:t>
            </a:r>
            <a:r>
              <a:rPr lang="en-US" sz="1250" b="0" u="none" spc="51" strike="noStrike">
                <a:solidFill>
                  <a:srgbClr val="87837E"/>
                </a:solidFill>
                <a:effectLst/>
                <a:uFillTx/>
                <a:latin typeface="Arial"/>
              </a:rPr>
              <a:t>off</a:t>
            </a:r>
            <a:r>
              <a:rPr lang="en-US" sz="1250" b="0" u="none" spc="-4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54" strike="noStrike">
                <a:solidFill>
                  <a:srgbClr val="87837E"/>
                </a:solidFill>
                <a:effectLst/>
                <a:uFillTx/>
                <a:latin typeface="Arial"/>
              </a:rPr>
              <a:t>a critical</a:t>
            </a:r>
            <a:r>
              <a:rPr lang="en-US" sz="1250" b="0" u="none" spc="-176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87837E"/>
                </a:solidFill>
                <a:effectLst/>
                <a:uFillTx/>
                <a:latin typeface="Arial"/>
              </a:rPr>
              <a:t>breakdown demands</a:t>
            </a:r>
            <a:r>
              <a:rPr lang="en-US" sz="1250" b="0" u="none" spc="-11" strike="noStrike">
                <a:solidFill>
                  <a:srgbClr val="A3A599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object 10"/>
          <p:cNvSpPr/>
          <p:nvPr/>
        </p:nvSpPr>
        <p:spPr>
          <a:xfrm>
            <a:off x="12762360" y="6715800"/>
            <a:ext cx="100224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100" b="0" u="none" strike="noStrike">
                <a:solidFill>
                  <a:srgbClr val="87837E"/>
                </a:solidFill>
                <a:effectLst/>
                <a:uFillTx/>
                <a:latin typeface="Courier New"/>
              </a:rPr>
              <a:t>THE</a:t>
            </a:r>
            <a:r>
              <a:rPr lang="en-US" sz="1100" b="0" u="none" spc="196" strike="noStrike">
                <a:solidFill>
                  <a:srgbClr val="87837E"/>
                </a:solidFill>
                <a:effectLst/>
                <a:uFillTx/>
                <a:latin typeface="Courier New"/>
              </a:rPr>
              <a:t> M</a:t>
            </a:r>
            <a:r>
              <a:rPr lang="en-US" sz="1100" b="0" u="none" spc="-11" strike="noStrike">
                <a:solidFill>
                  <a:srgbClr val="87837E"/>
                </a:solidFill>
                <a:effectLst/>
                <a:uFillTx/>
                <a:latin typeface="Courier New"/>
              </a:rPr>
              <a:t>ISSION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bject 11"/>
          <p:cNvSpPr/>
          <p:nvPr/>
        </p:nvSpPr>
        <p:spPr>
          <a:xfrm>
            <a:off x="12759840" y="6983640"/>
            <a:ext cx="227232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120" rIns="0" bIns="0" anchor="t">
            <a:spAutoFit/>
          </a:bodyPr>
          <a:p>
            <a:pPr marL="14760" indent="-2520" algn="just">
              <a:lnSpc>
                <a:spcPct val="128000"/>
              </a:lnSpc>
              <a:spcBef>
                <a:spcPts val="119"/>
              </a:spcBef>
              <a:tabLst>
                <a:tab pos="0" algn="l"/>
              </a:tabLst>
            </a:pPr>
            <a:r>
              <a:rPr lang="en-US" sz="1250" b="0" u="none" spc="26" strike="noStrike">
                <a:solidFill>
                  <a:srgbClr val="544F4D"/>
                </a:solidFill>
                <a:effectLst/>
                <a:uFillTx/>
                <a:latin typeface="Arial"/>
              </a:rPr>
              <a:t>Real-</a:t>
            </a:r>
            <a:r>
              <a:rPr lang="en-US" sz="1250" b="0" u="none" spc="20" strike="noStrike">
                <a:solidFill>
                  <a:srgbClr val="544F4D"/>
                </a:solidFill>
                <a:effectLst/>
                <a:uFillTx/>
                <a:latin typeface="Arial"/>
              </a:rPr>
              <a:t>time</a:t>
            </a:r>
            <a:r>
              <a:rPr lang="en-US" sz="1250" b="0" u="none" spc="20" strike="noStrike">
                <a:solidFill>
                  <a:srgbClr val="87837E"/>
                </a:solidFill>
                <a:effectLst/>
                <a:uFillTx/>
                <a:latin typeface="Arial"/>
              </a:rPr>
              <a:t>,</a:t>
            </a:r>
            <a:r>
              <a:rPr lang="en-US" sz="1250" b="0" u="none" spc="-190" strike="noStrike">
                <a:solidFill>
                  <a:srgbClr val="87837E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26" strike="noStrike">
                <a:solidFill>
                  <a:srgbClr val="544F4D"/>
                </a:solidFill>
                <a:effectLst/>
                <a:uFillTx/>
                <a:latin typeface="Arial"/>
              </a:rPr>
              <a:t>zero-</a:t>
            </a:r>
            <a:r>
              <a:rPr lang="en-US" sz="1250" b="0" u="none" spc="31" strike="noStrike">
                <a:solidFill>
                  <a:srgbClr val="544F4D"/>
                </a:solidFill>
                <a:effectLst/>
                <a:uFillTx/>
                <a:latin typeface="Arial"/>
              </a:rPr>
              <a:t>cloud</a:t>
            </a:r>
            <a:r>
              <a:rPr lang="en-US" sz="1250" b="0" u="none" spc="-181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20" strike="noStrike">
                <a:solidFill>
                  <a:srgbClr val="544F4D"/>
                </a:solidFill>
                <a:effectLst/>
                <a:uFillTx/>
                <a:latin typeface="Arial"/>
              </a:rPr>
              <a:t>anomaly</a:t>
            </a:r>
            <a:r>
              <a:rPr lang="en-US" sz="1250" b="0" u="none" spc="11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54" strike="noStrike">
                <a:solidFill>
                  <a:srgbClr val="544F4D"/>
                </a:solidFill>
                <a:effectLst/>
                <a:uFillTx/>
                <a:latin typeface="Arial"/>
              </a:rPr>
              <a:t>detection</a:t>
            </a:r>
            <a:r>
              <a:rPr lang="en-US" sz="1250" b="0" u="none" spc="-181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40" strike="noStrike">
                <a:solidFill>
                  <a:srgbClr val="544F4D"/>
                </a:solidFill>
                <a:effectLst/>
                <a:uFillTx/>
                <a:latin typeface="Arial"/>
              </a:rPr>
              <a:t>on constrained</a:t>
            </a:r>
            <a:r>
              <a:rPr lang="en-US" sz="1250" b="0" u="none" spc="-136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34" strike="noStrike">
                <a:solidFill>
                  <a:srgbClr val="413B3A"/>
                </a:solidFill>
                <a:effectLst/>
                <a:uFillTx/>
                <a:latin typeface="Arial"/>
              </a:rPr>
              <a:t>edge</a:t>
            </a:r>
            <a:r>
              <a:rPr lang="en-US" sz="1250" b="0" u="none" spc="14" strike="noStrike">
                <a:solidFill>
                  <a:srgbClr val="413B3A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6" strike="noStrike">
                <a:solidFill>
                  <a:srgbClr val="544F4D"/>
                </a:solidFill>
                <a:effectLst/>
                <a:uFillTx/>
                <a:latin typeface="Arial"/>
              </a:rPr>
              <a:t>hardware</a:t>
            </a:r>
            <a:r>
              <a:rPr lang="en-US" sz="1250" b="0" u="none" spc="-45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4" strike="noStrike">
                <a:solidFill>
                  <a:srgbClr val="28262D"/>
                </a:solidFill>
                <a:effectLst/>
                <a:uFillTx/>
                <a:latin typeface="Arial"/>
              </a:rPr>
              <a:t>-</a:t>
            </a:r>
            <a:r>
              <a:rPr lang="en-US" sz="1250" b="0" u="none" spc="309" strike="noStrike">
                <a:solidFill>
                  <a:srgbClr val="28262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51" strike="noStrike">
                <a:solidFill>
                  <a:srgbClr val="544F4D"/>
                </a:solidFill>
                <a:effectLst/>
                <a:uFillTx/>
                <a:latin typeface="Arial"/>
              </a:rPr>
              <a:t>using</a:t>
            </a:r>
            <a:r>
              <a:rPr lang="en-US" sz="1250" b="0" u="none" spc="-224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60" strike="noStrike">
                <a:solidFill>
                  <a:srgbClr val="544F4D"/>
                </a:solidFill>
                <a:effectLst/>
                <a:uFillTx/>
                <a:latin typeface="Arial"/>
              </a:rPr>
              <a:t>a</a:t>
            </a:r>
            <a:r>
              <a:rPr lang="en-US" sz="1250" b="0" u="none" spc="-176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31" strike="noStrike">
                <a:solidFill>
                  <a:srgbClr val="646060"/>
                </a:solidFill>
                <a:effectLst/>
                <a:uFillTx/>
                <a:latin typeface="Arial"/>
              </a:rPr>
              <a:t>mod</a:t>
            </a:r>
            <a:r>
              <a:rPr lang="en-US" sz="1250" b="0" u="none" spc="31" strike="noStrike">
                <a:solidFill>
                  <a:srgbClr val="413B3A"/>
                </a:solidFill>
                <a:effectLst/>
                <a:uFillTx/>
                <a:latin typeface="Arial"/>
              </a:rPr>
              <a:t>e</a:t>
            </a:r>
            <a:r>
              <a:rPr lang="en-US" sz="1250" b="0" u="none" spc="31" strike="noStrike">
                <a:solidFill>
                  <a:srgbClr val="646060"/>
                </a:solidFill>
                <a:effectLst/>
                <a:uFillTx/>
                <a:latin typeface="Arial"/>
              </a:rPr>
              <a:t>l</a:t>
            </a:r>
            <a:r>
              <a:rPr lang="en-US" sz="1250" b="0" u="none" spc="-176" strike="noStrike">
                <a:solidFill>
                  <a:srgbClr val="646060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65" strike="noStrike">
                <a:solidFill>
                  <a:srgbClr val="544F4D"/>
                </a:solidFill>
                <a:effectLst/>
                <a:uFillTx/>
                <a:latin typeface="Arial"/>
              </a:rPr>
              <a:t>built</a:t>
            </a:r>
            <a:r>
              <a:rPr lang="en-US" sz="1250" b="0" u="none" spc="51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60" strike="noStrike">
                <a:solidFill>
                  <a:srgbClr val="544F4D"/>
                </a:solidFill>
                <a:effectLst/>
                <a:uFillTx/>
                <a:latin typeface="Arial"/>
              </a:rPr>
              <a:t>from</a:t>
            </a:r>
            <a:r>
              <a:rPr lang="en-US" sz="1250" b="0" u="none" spc="-201" strike="noStrike">
                <a:solidFill>
                  <a:srgbClr val="544F4D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40" strike="noStrike">
                <a:solidFill>
                  <a:srgbClr val="544F4D"/>
                </a:solidFill>
                <a:effectLst/>
                <a:uFillTx/>
                <a:latin typeface="Arial"/>
              </a:rPr>
              <a:t>scratch</a:t>
            </a:r>
            <a:r>
              <a:rPr lang="en-US" sz="1250" b="0" u="none" spc="40" strike="noStrike">
                <a:solidFill>
                  <a:srgbClr val="87837E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object 2"/>
          <p:cNvPicPr/>
          <p:nvPr/>
        </p:nvPicPr>
        <p:blipFill>
          <a:blip r:embed="rId1"/>
          <a:stretch/>
        </p:blipFill>
        <p:spPr>
          <a:xfrm>
            <a:off x="401040" y="3884040"/>
            <a:ext cx="1183680" cy="42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object 3"/>
          <p:cNvPicPr/>
          <p:nvPr/>
        </p:nvPicPr>
        <p:blipFill>
          <a:blip r:embed="rId2"/>
          <a:stretch/>
        </p:blipFill>
        <p:spPr>
          <a:xfrm>
            <a:off x="3265560" y="3884040"/>
            <a:ext cx="1069200" cy="42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object 4"/>
          <p:cNvPicPr/>
          <p:nvPr/>
        </p:nvPicPr>
        <p:blipFill>
          <a:blip r:embed="rId3"/>
          <a:stretch/>
        </p:blipFill>
        <p:spPr>
          <a:xfrm>
            <a:off x="420120" y="5051160"/>
            <a:ext cx="2386800" cy="53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object 5"/>
          <p:cNvPicPr/>
          <p:nvPr/>
        </p:nvPicPr>
        <p:blipFill>
          <a:blip r:embed="rId4"/>
          <a:stretch/>
        </p:blipFill>
        <p:spPr>
          <a:xfrm>
            <a:off x="4048560" y="5051160"/>
            <a:ext cx="1603800" cy="53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object 6"/>
          <p:cNvPicPr/>
          <p:nvPr/>
        </p:nvPicPr>
        <p:blipFill>
          <a:blip r:embed="rId5"/>
          <a:stretch/>
        </p:blipFill>
        <p:spPr>
          <a:xfrm>
            <a:off x="6855480" y="5127840"/>
            <a:ext cx="954360" cy="45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object 7"/>
          <p:cNvPicPr/>
          <p:nvPr/>
        </p:nvPicPr>
        <p:blipFill>
          <a:blip r:embed="rId6"/>
          <a:stretch/>
        </p:blipFill>
        <p:spPr>
          <a:xfrm>
            <a:off x="9796320" y="5166000"/>
            <a:ext cx="782640" cy="420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object 8"/>
          <p:cNvSpPr/>
          <p:nvPr/>
        </p:nvSpPr>
        <p:spPr>
          <a:xfrm>
            <a:off x="11801520" y="5166000"/>
            <a:ext cx="1011960" cy="360"/>
          </a:xfrm>
          <a:custGeom>
            <a:avLst/>
            <a:gdLst>
              <a:gd name="textAreaLeft" fmla="*/ 0 w 1011960"/>
              <a:gd name="textAreaRight" fmla="*/ 1012320 w 101196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012190" h="0">
                <a:moveTo>
                  <a:pt x="0" y="0"/>
                </a:moveTo>
                <a:lnTo>
                  <a:pt x="1012105" y="0"/>
                </a:lnTo>
              </a:path>
            </a:pathLst>
          </a:custGeom>
          <a:noFill/>
          <a:ln w="9566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object 9"/>
          <p:cNvSpPr/>
          <p:nvPr/>
        </p:nvSpPr>
        <p:spPr>
          <a:xfrm>
            <a:off x="8956080" y="5424480"/>
            <a:ext cx="496080" cy="360"/>
          </a:xfrm>
          <a:custGeom>
            <a:avLst/>
            <a:gdLst>
              <a:gd name="textAreaLeft" fmla="*/ 0 w 496080"/>
              <a:gd name="textAreaRight" fmla="*/ 496440 w 49608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96570" h="0">
                <a:moveTo>
                  <a:pt x="0" y="0"/>
                </a:moveTo>
                <a:lnTo>
                  <a:pt x="496504" y="0"/>
                </a:lnTo>
              </a:path>
            </a:pathLst>
          </a:custGeom>
          <a:noFill/>
          <a:ln w="9566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object 10"/>
          <p:cNvSpPr/>
          <p:nvPr/>
        </p:nvSpPr>
        <p:spPr>
          <a:xfrm>
            <a:off x="10942200" y="5424480"/>
            <a:ext cx="439200" cy="360"/>
          </a:xfrm>
          <a:custGeom>
            <a:avLst/>
            <a:gdLst>
              <a:gd name="textAreaLeft" fmla="*/ 0 w 439200"/>
              <a:gd name="textAreaRight" fmla="*/ 439560 w 4392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39420" h="0">
                <a:moveTo>
                  <a:pt x="0" y="0"/>
                </a:moveTo>
                <a:lnTo>
                  <a:pt x="439215" y="0"/>
                </a:lnTo>
              </a:path>
            </a:pathLst>
          </a:custGeom>
          <a:noFill/>
          <a:ln w="9566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object 11"/>
          <p:cNvSpPr/>
          <p:nvPr/>
        </p:nvSpPr>
        <p:spPr>
          <a:xfrm>
            <a:off x="8096760" y="5424480"/>
            <a:ext cx="439200" cy="360"/>
          </a:xfrm>
          <a:custGeom>
            <a:avLst/>
            <a:gdLst>
              <a:gd name="textAreaLeft" fmla="*/ 0 w 439200"/>
              <a:gd name="textAreaRight" fmla="*/ 439560 w 4392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39420" h="0">
                <a:moveTo>
                  <a:pt x="0" y="0"/>
                </a:moveTo>
                <a:lnTo>
                  <a:pt x="439215" y="0"/>
                </a:lnTo>
              </a:path>
            </a:pathLst>
          </a:custGeom>
          <a:noFill/>
          <a:ln w="9566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object 12"/>
          <p:cNvSpPr/>
          <p:nvPr/>
        </p:nvSpPr>
        <p:spPr>
          <a:xfrm>
            <a:off x="6111000" y="5424480"/>
            <a:ext cx="439200" cy="360"/>
          </a:xfrm>
          <a:custGeom>
            <a:avLst/>
            <a:gdLst>
              <a:gd name="textAreaLeft" fmla="*/ 0 w 439200"/>
              <a:gd name="textAreaRight" fmla="*/ 439560 w 43920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439420" h="0">
                <a:moveTo>
                  <a:pt x="0" y="0"/>
                </a:moveTo>
                <a:lnTo>
                  <a:pt x="439215" y="0"/>
                </a:lnTo>
              </a:path>
            </a:pathLst>
          </a:custGeom>
          <a:noFill/>
          <a:ln w="9566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object 13"/>
          <p:cNvSpPr/>
          <p:nvPr/>
        </p:nvSpPr>
        <p:spPr>
          <a:xfrm>
            <a:off x="12890160" y="5443560"/>
            <a:ext cx="1337040" cy="360"/>
          </a:xfrm>
          <a:custGeom>
            <a:avLst/>
            <a:gdLst>
              <a:gd name="textAreaLeft" fmla="*/ 0 w 1337040"/>
              <a:gd name="textAreaRight" fmla="*/ 1337400 w 13370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337309" h="0">
                <a:moveTo>
                  <a:pt x="0" y="0"/>
                </a:moveTo>
                <a:lnTo>
                  <a:pt x="1336743" y="0"/>
                </a:lnTo>
              </a:path>
            </a:pathLst>
          </a:custGeom>
          <a:noFill/>
          <a:ln w="9566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object 14"/>
          <p:cNvSpPr/>
          <p:nvPr/>
        </p:nvSpPr>
        <p:spPr>
          <a:xfrm>
            <a:off x="214200" y="658800"/>
            <a:ext cx="1055700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9960" rIns="0" bIns="0" anchor="t">
            <a:spAutoFit/>
          </a:bodyPr>
          <a:p>
            <a:pPr marL="12600">
              <a:lnSpc>
                <a:spcPct val="100000"/>
              </a:lnSpc>
              <a:spcBef>
                <a:spcPts val="315"/>
              </a:spcBef>
            </a:pP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DA</a:t>
            </a: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TA</a:t>
            </a:r>
            <a:r>
              <a:rPr lang="en-US" sz="1200" b="0" u="none" spc="269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•</a:t>
            </a:r>
            <a:r>
              <a:rPr lang="en-US" sz="1200" b="0" u="none" spc="145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FE</a:t>
            </a: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AT</a:t>
            </a: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UR</a:t>
            </a: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ES</a:t>
            </a:r>
            <a:r>
              <a:rPr lang="en-US" sz="1200" b="0" u="none" spc="204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•</a:t>
            </a:r>
            <a:r>
              <a:rPr lang="en-US" sz="1200" b="0" u="none" spc="130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PI</a:t>
            </a:r>
            <a:r>
              <a:rPr lang="en-US" sz="120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PE</a:t>
            </a:r>
            <a:r>
              <a:rPr lang="en-US" sz="120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LI</a:t>
            </a:r>
            <a:r>
              <a:rPr lang="en-US" sz="120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760">
              <a:lnSpc>
                <a:spcPct val="100000"/>
              </a:lnSpc>
              <a:spcBef>
                <a:spcPts val="680"/>
              </a:spcBef>
            </a:pP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T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l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m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t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r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y</a:t>
            </a:r>
            <a:r>
              <a:rPr lang="en-US" sz="3500" b="1" u="none" spc="306" strike="noStrike">
                <a:solidFill>
                  <a:srgbClr val="21212B"/>
                </a:solidFill>
                <a:effectLst/>
                <a:uFillTx/>
                <a:latin typeface="Arial"/>
              </a:rPr>
              <a:t> 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n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g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i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n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r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i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n</a:t>
            </a:r>
            <a:r>
              <a:rPr lang="en-US" sz="3500" b="1" u="none" spc="119" strike="noStrike">
                <a:solidFill>
                  <a:srgbClr val="21212B"/>
                </a:solidFill>
                <a:effectLst/>
                <a:uFillTx/>
                <a:latin typeface="Arial"/>
              </a:rPr>
              <a:t>g</a:t>
            </a:r>
            <a:r>
              <a:rPr lang="en-US" sz="3500" b="1" u="none" spc="156" strike="noStrike">
                <a:solidFill>
                  <a:srgbClr val="21212B"/>
                </a:solidFill>
                <a:effectLst/>
                <a:uFillTx/>
                <a:latin typeface="Arial"/>
              </a:rPr>
              <a:t> </a:t>
            </a:r>
            <a:r>
              <a:rPr lang="en-US" sz="3750" b="1" u="none" spc="-785" strike="noStrike">
                <a:solidFill>
                  <a:srgbClr val="645E5B"/>
                </a:solidFill>
                <a:effectLst/>
                <a:uFillTx/>
                <a:latin typeface="Times New Roman"/>
              </a:rPr>
              <a:t>&amp;</a:t>
            </a:r>
            <a:r>
              <a:rPr lang="en-US" sz="3750" b="1" u="none" spc="-20" strike="noStrike">
                <a:solidFill>
                  <a:srgbClr val="645E5B"/>
                </a:solidFill>
                <a:effectLst/>
                <a:uFillTx/>
                <a:latin typeface="Times New Roman"/>
              </a:rPr>
              <a:t> </a:t>
            </a:r>
            <a:r>
              <a:rPr lang="en-US" sz="3500" b="1" u="none" spc="196" strike="noStrike">
                <a:solidFill>
                  <a:srgbClr val="21212B"/>
                </a:solidFill>
                <a:effectLst/>
                <a:uFillTx/>
                <a:latin typeface="Arial"/>
              </a:rPr>
              <a:t>f</a:t>
            </a:r>
            <a:r>
              <a:rPr lang="en-US" sz="3500" b="1" u="none" spc="196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96" strike="noStrike">
                <a:solidFill>
                  <a:srgbClr val="21212B"/>
                </a:solidFill>
                <a:effectLst/>
                <a:uFillTx/>
                <a:latin typeface="Arial"/>
              </a:rPr>
              <a:t>a</a:t>
            </a:r>
            <a:r>
              <a:rPr lang="en-US" sz="3500" b="1" u="none" spc="196" strike="noStrike">
                <a:solidFill>
                  <a:srgbClr val="21212B"/>
                </a:solidFill>
                <a:effectLst/>
                <a:uFillTx/>
                <a:latin typeface="Arial"/>
              </a:rPr>
              <a:t>t</a:t>
            </a:r>
            <a:r>
              <a:rPr lang="en-US" sz="3500" b="1" u="none" spc="196" strike="noStrike">
                <a:solidFill>
                  <a:srgbClr val="21212B"/>
                </a:solidFill>
                <a:effectLst/>
                <a:uFillTx/>
                <a:latin typeface="Arial"/>
              </a:rPr>
              <a:t>u</a:t>
            </a:r>
            <a:r>
              <a:rPr lang="en-US" sz="3500" b="1" u="none" spc="196" strike="noStrike">
                <a:solidFill>
                  <a:srgbClr val="21212B"/>
                </a:solidFill>
                <a:effectLst/>
                <a:uFillTx/>
                <a:latin typeface="Arial"/>
              </a:rPr>
              <a:t>r</a:t>
            </a:r>
            <a:r>
              <a:rPr lang="en-US" sz="3500" b="1" u="none" spc="196" strike="noStrike">
                <a:solidFill>
                  <a:srgbClr val="21212B"/>
                </a:solidFill>
                <a:effectLst/>
                <a:uFillTx/>
                <a:latin typeface="Arial"/>
              </a:rPr>
              <a:t>e</a:t>
            </a:r>
            <a:r>
              <a:rPr lang="en-US" sz="3500" b="1" u="none" spc="14" strike="noStrike">
                <a:solidFill>
                  <a:srgbClr val="21212B"/>
                </a:solidFill>
                <a:effectLst/>
                <a:uFillTx/>
                <a:latin typeface="Arial"/>
              </a:rPr>
              <a:t> 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n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o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r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m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a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l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i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z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a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t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i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o</a:t>
            </a:r>
            <a:r>
              <a:rPr lang="en-US" sz="3500" b="1" u="none" spc="105" strike="noStrike">
                <a:solidFill>
                  <a:srgbClr val="21212B"/>
                </a:solidFill>
                <a:effectLst/>
                <a:uFillTx/>
                <a:latin typeface="Arial"/>
              </a:rPr>
              <a:t>n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674520" y="453240"/>
            <a:ext cx="2368080" cy="1591560"/>
          </a:xfrm>
          <a:prstGeom prst="rect">
            <a:avLst/>
          </a:prstGeom>
          <a:noFill/>
          <a:ln w="0">
            <a:noFill/>
          </a:ln>
        </p:spPr>
        <p:txBody>
          <a:bodyPr lIns="0" tIns="200160" rIns="0" bIns="0" anchor="t">
            <a:spAutoFit/>
          </a:bodyPr>
          <a:p>
            <a:pPr marL="12600" indent="0" algn="l">
              <a:lnSpc>
                <a:spcPct val="100000"/>
              </a:lnSpc>
              <a:spcBef>
                <a:spcPts val="1576"/>
              </a:spcBef>
              <a:buNone/>
            </a:pPr>
            <a:r>
              <a:rPr lang="en-US" sz="5400" b="1" u="none" spc="-11" strike="noStrike">
                <a:solidFill>
                  <a:srgbClr val="21212B"/>
                </a:solidFill>
                <a:effectLst/>
                <a:uFillTx/>
                <a:latin typeface="Arial"/>
              </a:rPr>
              <a:t>'10,000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20000" indent="44280" algn="l">
              <a:lnSpc>
                <a:spcPct val="108000"/>
              </a:lnSpc>
              <a:spcBef>
                <a:spcPts val="196"/>
              </a:spcBef>
              <a:buNone/>
              <a:tabLst>
                <a:tab pos="0" algn="l"/>
              </a:tabLst>
            </a:pPr>
            <a:r>
              <a:rPr lang="en-US" sz="1100" b="0" u="none" spc="51" strike="noStrike">
                <a:solidFill>
                  <a:srgbClr val="938E89"/>
                </a:solidFill>
                <a:effectLst/>
                <a:uFillTx/>
                <a:latin typeface="Arial"/>
              </a:rPr>
              <a:t>Synthetic </a:t>
            </a:r>
            <a:r>
              <a:rPr lang="en-US" sz="1100" b="0" u="none" spc="51" strike="noStrike">
                <a:solidFill>
                  <a:srgbClr val="807C77"/>
                </a:solidFill>
                <a:effectLst/>
                <a:uFillTx/>
                <a:latin typeface="Arial"/>
              </a:rPr>
              <a:t>telemetry</a:t>
            </a:r>
            <a:r>
              <a:rPr lang="en-US" sz="1100" b="0" u="none" spc="-139" strike="noStrike">
                <a:solidFill>
                  <a:srgbClr val="807C77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34" strike="noStrike">
                <a:solidFill>
                  <a:srgbClr val="938E89"/>
                </a:solidFill>
                <a:effectLst/>
                <a:uFillTx/>
                <a:latin typeface="Arial"/>
              </a:rPr>
              <a:t>rows </a:t>
            </a:r>
            <a:r>
              <a:rPr lang="en-US" sz="1100" b="0" u="none" spc="60" strike="noStrike">
                <a:solidFill>
                  <a:srgbClr val="938E89"/>
                </a:solidFill>
                <a:effectLst/>
                <a:uFillTx/>
                <a:latin typeface="Arial"/>
              </a:rPr>
              <a:t>from the</a:t>
            </a:r>
            <a:r>
              <a:rPr lang="en-US" sz="1100" b="0" u="none" spc="-14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Arial"/>
              </a:rPr>
              <a:t>Al412020</a:t>
            </a:r>
            <a:r>
              <a:rPr lang="en-US" sz="1100" b="0" u="none" spc="-125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Arial"/>
              </a:rPr>
              <a:t>corpus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0" name="object 16"/>
          <p:cNvSpPr/>
          <p:nvPr/>
        </p:nvSpPr>
        <p:spPr>
          <a:xfrm>
            <a:off x="2525040" y="2685960"/>
            <a:ext cx="28800" cy="191520"/>
          </a:xfrm>
          <a:custGeom>
            <a:avLst/>
            <a:gdLst>
              <a:gd name="textAreaLeft" fmla="*/ 0 w 28800"/>
              <a:gd name="textAreaRight" fmla="*/ 29160 w 28800"/>
              <a:gd name="textAreaTop" fmla="*/ 0 h 191520"/>
              <a:gd name="textAreaBottom" fmla="*/ 191880 h 191520"/>
            </a:gdLst>
            <a:ahLst/>
            <a:cxnLst/>
            <a:rect l="textAreaLeft" t="textAreaTop" r="textAreaRight" b="textAreaBottom"/>
            <a:pathLst>
              <a:path w="29210" h="191769">
                <a:moveTo>
                  <a:pt x="28644" y="191418"/>
                </a:moveTo>
                <a:lnTo>
                  <a:pt x="0" y="191418"/>
                </a:lnTo>
                <a:lnTo>
                  <a:pt x="0" y="0"/>
                </a:lnTo>
                <a:lnTo>
                  <a:pt x="28644" y="0"/>
                </a:lnTo>
                <a:lnTo>
                  <a:pt x="28644" y="191418"/>
                </a:lnTo>
                <a:close/>
              </a:path>
            </a:pathLst>
          </a:custGeom>
          <a:solidFill>
            <a:srgbClr val="EFEB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object 17"/>
          <p:cNvSpPr/>
          <p:nvPr/>
        </p:nvSpPr>
        <p:spPr>
          <a:xfrm>
            <a:off x="1143360" y="2896560"/>
            <a:ext cx="38520" cy="191520"/>
          </a:xfrm>
          <a:custGeom>
            <a:avLst/>
            <a:gdLst>
              <a:gd name="textAreaLeft" fmla="*/ 0 w 38520"/>
              <a:gd name="textAreaRight" fmla="*/ 38880 w 38520"/>
              <a:gd name="textAreaTop" fmla="*/ 0 h 191520"/>
              <a:gd name="textAreaBottom" fmla="*/ 191880 h 191520"/>
            </a:gdLst>
            <a:ahLst/>
            <a:cxnLst/>
            <a:rect l="textAreaLeft" t="textAreaTop" r="textAreaRight" b="textAreaBottom"/>
            <a:pathLst>
              <a:path w="38734" h="191769">
                <a:moveTo>
                  <a:pt x="38192" y="191418"/>
                </a:moveTo>
                <a:lnTo>
                  <a:pt x="0" y="191418"/>
                </a:lnTo>
                <a:lnTo>
                  <a:pt x="0" y="0"/>
                </a:lnTo>
                <a:lnTo>
                  <a:pt x="38192" y="0"/>
                </a:lnTo>
                <a:lnTo>
                  <a:pt x="38192" y="191418"/>
                </a:lnTo>
                <a:close/>
              </a:path>
            </a:pathLst>
          </a:custGeom>
          <a:solidFill>
            <a:srgbClr val="EFEB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object 18"/>
          <p:cNvSpPr/>
          <p:nvPr/>
        </p:nvSpPr>
        <p:spPr>
          <a:xfrm>
            <a:off x="213840" y="2336400"/>
            <a:ext cx="510264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0720" rIns="0" bIns="0" anchor="t">
            <a:spAutoFit/>
          </a:bodyPr>
          <a:p>
            <a:pPr marL="12600">
              <a:lnSpc>
                <a:spcPct val="100000"/>
              </a:lnSpc>
              <a:spcBef>
                <a:spcPts val="714"/>
              </a:spcBef>
            </a:pPr>
            <a:r>
              <a:rPr lang="en-US" sz="1300" b="1" u="none" strike="noStrike">
                <a:solidFill>
                  <a:srgbClr val="21212B"/>
                </a:solidFill>
                <a:effectLst/>
                <a:uFillTx/>
                <a:latin typeface="Arial"/>
              </a:rPr>
              <a:t>F</a:t>
            </a: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ive</a:t>
            </a:r>
            <a:r>
              <a:rPr lang="en-US" sz="1300" b="1" u="none" spc="71" strike="noStrike">
                <a:solidFill>
                  <a:srgbClr val="3B3838"/>
                </a:solidFill>
                <a:effectLst/>
                <a:uFillTx/>
                <a:latin typeface="Arial"/>
              </a:rPr>
              <a:t> </a:t>
            </a: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sig</a:t>
            </a:r>
            <a:r>
              <a:rPr lang="en-US" sz="1300" b="1" u="none" strike="noStrike">
                <a:solidFill>
                  <a:srgbClr val="21212B"/>
                </a:solidFill>
                <a:effectLst/>
                <a:uFillTx/>
                <a:latin typeface="Arial"/>
              </a:rPr>
              <a:t>n</a:t>
            </a: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als</a:t>
            </a:r>
            <a:r>
              <a:rPr lang="en-US" sz="1300" b="1" u="none" strike="noStrike">
                <a:solidFill>
                  <a:srgbClr val="544F4B"/>
                </a:solidFill>
                <a:effectLst/>
                <a:uFillTx/>
                <a:latin typeface="Arial"/>
              </a:rPr>
              <a:t>,</a:t>
            </a:r>
            <a:r>
              <a:rPr lang="en-US" sz="1300" b="1" u="none" spc="-99" strike="noStrike">
                <a:solidFill>
                  <a:srgbClr val="544F4B"/>
                </a:solidFill>
                <a:effectLst/>
                <a:uFillTx/>
                <a:latin typeface="Arial"/>
              </a:rPr>
              <a:t> </a:t>
            </a: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f</a:t>
            </a:r>
            <a:r>
              <a:rPr lang="en-US" sz="1300" b="1" u="none" strike="noStrike">
                <a:solidFill>
                  <a:srgbClr val="544F4B"/>
                </a:solidFill>
                <a:effectLst/>
                <a:uFillTx/>
                <a:latin typeface="Arial"/>
              </a:rPr>
              <a:t>i</a:t>
            </a: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ve</a:t>
            </a:r>
            <a:r>
              <a:rPr lang="en-US" sz="1300" b="1" u="none" spc="74" strike="noStrike">
                <a:solidFill>
                  <a:srgbClr val="3B3838"/>
                </a:solidFill>
                <a:effectLst/>
                <a:uFillTx/>
                <a:latin typeface="Arial"/>
              </a:rPr>
              <a:t> </a:t>
            </a:r>
            <a:r>
              <a:rPr lang="en-US" sz="1300" b="1" u="none" spc="-11" strike="noStrike">
                <a:solidFill>
                  <a:srgbClr val="3B3838"/>
                </a:solidFill>
                <a:effectLst/>
                <a:uFillTx/>
                <a:latin typeface="Arial"/>
              </a:rPr>
              <a:t>scales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80" indent="-5760">
              <a:lnSpc>
                <a:spcPct val="125000"/>
              </a:lnSpc>
              <a:spcBef>
                <a:spcPts val="184"/>
              </a:spcBef>
              <a:tabLst>
                <a:tab pos="0" algn="l"/>
              </a:tabLst>
            </a:pPr>
            <a:r>
              <a:rPr lang="en-US" sz="1100" b="0" u="none" spc="-11" strike="noStrike">
                <a:solidFill>
                  <a:srgbClr val="645E5B"/>
                </a:solidFill>
                <a:effectLst/>
                <a:uFillTx/>
                <a:latin typeface="Arial"/>
              </a:rPr>
              <a:t>E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Arial"/>
              </a:rPr>
              <a:t>very</a:t>
            </a:r>
            <a:r>
              <a:rPr lang="en-US" sz="1100" b="0" u="none" spc="119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45" strike="noStrike">
                <a:solidFill>
                  <a:srgbClr val="938E89"/>
                </a:solidFill>
                <a:effectLst/>
                <a:uFillTx/>
                <a:latin typeface="Arial"/>
              </a:rPr>
              <a:t>feature speaks </a:t>
            </a:r>
            <a:r>
              <a:rPr lang="en-US" sz="1100" b="0" u="none" spc="45" strike="noStrike">
                <a:solidFill>
                  <a:srgbClr val="807C77"/>
                </a:solidFill>
                <a:effectLst/>
                <a:uFillTx/>
                <a:latin typeface="Arial"/>
              </a:rPr>
              <a:t>in</a:t>
            </a:r>
            <a:r>
              <a:rPr lang="en-US" sz="1100" b="0" u="none" spc="-26" strike="noStrike">
                <a:solidFill>
                  <a:srgbClr val="807C77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A5A19A"/>
                </a:solidFill>
                <a:effectLst/>
                <a:uFillTx/>
                <a:latin typeface="Arial"/>
              </a:rPr>
              <a:t>its</a:t>
            </a:r>
            <a:r>
              <a:rPr lang="en-US" sz="1100" b="0" u="none" spc="434" strike="noStrike">
                <a:solidFill>
                  <a:srgbClr val="A5A19A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own</a:t>
            </a:r>
            <a:r>
              <a:rPr lang="en-US" sz="1100" b="0" u="none" spc="-91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units</a:t>
            </a:r>
            <a:r>
              <a:rPr lang="en-US" sz="1100" b="0" u="none" strike="noStrike">
                <a:solidFill>
                  <a:srgbClr val="BAB5AE"/>
                </a:solidFill>
                <a:effectLst/>
                <a:uFillTx/>
                <a:latin typeface="Arial"/>
              </a:rPr>
              <a:t>.</a:t>
            </a:r>
            <a:r>
              <a:rPr lang="en-US" sz="1100" b="0" u="none" spc="-40" strike="noStrike">
                <a:solidFill>
                  <a:srgbClr val="BAB5AE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Without normalization.</a:t>
            </a:r>
            <a:r>
              <a:rPr lang="en-US" sz="1100" b="0" u="none" spc="54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no</a:t>
            </a:r>
            <a:r>
              <a:rPr lang="en-US" sz="1100" b="0" u="none" spc="96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slngle model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26" strike="noStrike">
                <a:solidFill>
                  <a:srgbClr val="938E89"/>
                </a:solidFill>
                <a:effectLst/>
                <a:uFillTx/>
                <a:latin typeface="Arial"/>
              </a:rPr>
              <a:t>can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compare</a:t>
            </a:r>
            <a:r>
              <a:rPr lang="en-US" sz="1100" b="0" u="none" spc="-14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20" strike="noStrike">
                <a:solidFill>
                  <a:srgbClr val="938E89"/>
                </a:solidFill>
                <a:effectLst/>
                <a:uFillTx/>
                <a:latin typeface="Arial"/>
              </a:rPr>
              <a:t>them</a:t>
            </a:r>
            <a:r>
              <a:rPr lang="en-US" sz="1100" b="0" u="none" spc="-20" strike="noStrike">
                <a:solidFill>
                  <a:srgbClr val="BAB5AE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object 19"/>
          <p:cNvSpPr/>
          <p:nvPr/>
        </p:nvSpPr>
        <p:spPr>
          <a:xfrm>
            <a:off x="396000" y="3501720"/>
            <a:ext cx="117324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100" b="0" u="none" spc="-91" strike="noStrike">
                <a:solidFill>
                  <a:srgbClr val="A5A19A"/>
                </a:solidFill>
                <a:effectLst/>
                <a:uFillTx/>
                <a:latin typeface="Courier New"/>
              </a:rPr>
              <a:t>AI</a:t>
            </a:r>
            <a:r>
              <a:rPr lang="en-US" sz="1100" b="0" u="none" spc="-91" strike="noStrike">
                <a:solidFill>
                  <a:srgbClr val="938E89"/>
                </a:solidFill>
                <a:effectLst/>
                <a:uFillTx/>
                <a:latin typeface="Courier New"/>
              </a:rPr>
              <a:t>R</a:t>
            </a:r>
            <a:r>
              <a:rPr lang="en-US" sz="1100" b="0" u="none" spc="-65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54" strike="noStrike">
                <a:solidFill>
                  <a:srgbClr val="938E89"/>
                </a:solidFill>
                <a:effectLst/>
                <a:uFillTx/>
                <a:latin typeface="Courier New"/>
              </a:rPr>
              <a:t>TEMPERATURE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object 20"/>
          <p:cNvSpPr/>
          <p:nvPr/>
        </p:nvSpPr>
        <p:spPr>
          <a:xfrm>
            <a:off x="3240720" y="3501720"/>
            <a:ext cx="1504080" cy="3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100" b="0" u="none" spc="-60" strike="noStrike">
                <a:solidFill>
                  <a:srgbClr val="938E89"/>
                </a:solidFill>
                <a:effectLst/>
                <a:uFillTx/>
                <a:latin typeface="Courier New"/>
              </a:rPr>
              <a:t>PROCESS</a:t>
            </a:r>
            <a:r>
              <a:rPr lang="en-US" sz="1100" b="0" u="none" spc="-51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45" strike="noStrike">
                <a:solidFill>
                  <a:srgbClr val="807C77"/>
                </a:solidFill>
                <a:effectLst/>
                <a:uFillTx/>
                <a:latin typeface="Courier New"/>
              </a:rPr>
              <a:t>TEM</a:t>
            </a:r>
            <a:r>
              <a:rPr lang="en-US" sz="1100" b="0" u="none" spc="-45" strike="noStrike">
                <a:solidFill>
                  <a:srgbClr val="A5A19A"/>
                </a:solidFill>
                <a:effectLst/>
                <a:uFillTx/>
                <a:latin typeface="Courier New"/>
              </a:rPr>
              <a:t>P</a:t>
            </a:r>
            <a:r>
              <a:rPr lang="en-US" sz="1100" b="0" u="none" spc="-45" strike="noStrike">
                <a:solidFill>
                  <a:srgbClr val="807C77"/>
                </a:solidFill>
                <a:effectLst/>
                <a:uFillTx/>
                <a:latin typeface="Courier New"/>
              </a:rPr>
              <a:t>ERAT</a:t>
            </a:r>
            <a:r>
              <a:rPr lang="en-US" sz="1100" b="0" u="none" spc="-45" strike="noStrike">
                <a:solidFill>
                  <a:srgbClr val="A5A19A"/>
                </a:solidFill>
                <a:effectLst/>
                <a:uFillTx/>
                <a:latin typeface="Courier New"/>
              </a:rPr>
              <a:t>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object 21"/>
          <p:cNvSpPr/>
          <p:nvPr/>
        </p:nvSpPr>
        <p:spPr>
          <a:xfrm>
            <a:off x="6084360" y="3485160"/>
            <a:ext cx="2093760" cy="8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9880" rIns="0" bIns="0" anchor="t">
            <a:spAutoFit/>
          </a:bodyPr>
          <a:p>
            <a:pPr marL="20160">
              <a:lnSpc>
                <a:spcPct val="100000"/>
              </a:lnSpc>
              <a:spcBef>
                <a:spcPts val="235"/>
              </a:spcBef>
            </a:pPr>
            <a:r>
              <a:rPr lang="en-US" sz="1100" b="0" u="none" spc="-60" strike="noStrike">
                <a:solidFill>
                  <a:srgbClr val="A5A19A"/>
                </a:solidFill>
                <a:effectLst/>
                <a:uFillTx/>
                <a:latin typeface="Courier New"/>
              </a:rPr>
              <a:t>ROTATIONA</a:t>
            </a:r>
            <a:r>
              <a:rPr lang="en-US" sz="1100" b="0" u="none" spc="-60" strike="noStrike">
                <a:solidFill>
                  <a:srgbClr val="A5A19A"/>
                </a:solidFill>
                <a:effectLst/>
                <a:uFillTx/>
                <a:latin typeface="Courier New"/>
              </a:rPr>
              <a:t>L</a:t>
            </a:r>
            <a:r>
              <a:rPr lang="en-US" sz="1100" b="0" u="none" spc="-79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SPEED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99"/>
              </a:spcBef>
            </a:pPr>
            <a:r>
              <a:rPr lang="en-US" sz="4100" b="1" u="none" spc="-295" strike="noStrike">
                <a:solidFill>
                  <a:srgbClr val="21212B"/>
                </a:solidFill>
                <a:effectLst/>
                <a:uFillTx/>
                <a:latin typeface="Arial"/>
              </a:rPr>
              <a:t>1,5</a:t>
            </a:r>
            <a:r>
              <a:rPr lang="en-US" sz="4100" b="1" u="none" spc="-295" strike="noStrike">
                <a:solidFill>
                  <a:srgbClr val="21212B"/>
                </a:solidFill>
                <a:effectLst/>
                <a:uFillTx/>
                <a:latin typeface="Arial"/>
              </a:rPr>
              <a:t>40</a:t>
            </a:r>
            <a:r>
              <a:rPr lang="en-US" sz="4100" b="1" u="none" spc="-295" strike="noStrike">
                <a:solidFill>
                  <a:srgbClr val="645E5B"/>
                </a:solidFill>
                <a:effectLst/>
                <a:uFillTx/>
                <a:latin typeface="Arial"/>
              </a:rPr>
              <a:t>r</a:t>
            </a:r>
            <a:r>
              <a:rPr lang="en-US" sz="4100" b="1" u="none" spc="-295" strike="noStrike">
                <a:solidFill>
                  <a:srgbClr val="645E5B"/>
                </a:solidFill>
                <a:effectLst/>
                <a:uFillTx/>
                <a:latin typeface="Arial"/>
              </a:rPr>
              <a:t>pm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object 22"/>
          <p:cNvSpPr/>
          <p:nvPr/>
        </p:nvSpPr>
        <p:spPr>
          <a:xfrm>
            <a:off x="8943120" y="3480120"/>
            <a:ext cx="1338120" cy="9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4920" rIns="0" bIns="0" anchor="t">
            <a:spAutoFit/>
          </a:bodyPr>
          <a:p>
            <a:pPr marL="12600">
              <a:lnSpc>
                <a:spcPct val="100000"/>
              </a:lnSpc>
              <a:spcBef>
                <a:spcPts val="275"/>
              </a:spcBef>
            </a:pPr>
            <a:r>
              <a:rPr lang="en-US" sz="1100" b="0" u="none" spc="-11" strike="noStrike">
                <a:solidFill>
                  <a:srgbClr val="807C77"/>
                </a:solidFill>
                <a:effectLst/>
                <a:uFillTx/>
                <a:latin typeface="Courier New"/>
              </a:rPr>
              <a:t>T</a:t>
            </a:r>
            <a:r>
              <a:rPr lang="en-US" sz="1100" b="0" u="none" spc="-11" strike="noStrike">
                <a:solidFill>
                  <a:srgbClr val="A5A19A"/>
                </a:solidFill>
                <a:effectLst/>
                <a:uFillTx/>
                <a:latin typeface="Courier New"/>
              </a:rPr>
              <a:t>O</a:t>
            </a:r>
            <a:r>
              <a:rPr lang="en-US" sz="1100" b="0" u="none" spc="-11" strike="noStrike">
                <a:solidFill>
                  <a:srgbClr val="A5A19A"/>
                </a:solidFill>
                <a:effectLst/>
                <a:uFillTx/>
                <a:latin typeface="Courier New"/>
              </a:rPr>
              <a:t>RQ</a:t>
            </a:r>
            <a:r>
              <a:rPr lang="en-US" sz="1100" b="0" u="none" spc="-11" strike="noStrike">
                <a:solidFill>
                  <a:srgbClr val="A5A19A"/>
                </a:solidFill>
                <a:effectLst/>
                <a:uFillTx/>
                <a:latin typeface="Courier New"/>
              </a:rPr>
              <a:t>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">
              <a:lnSpc>
                <a:spcPct val="100000"/>
              </a:lnSpc>
              <a:spcBef>
                <a:spcPts val="649"/>
              </a:spcBef>
            </a:pPr>
            <a:r>
              <a:rPr lang="en-US" sz="4100" b="1" u="none" spc="-431" strike="noStrike">
                <a:solidFill>
                  <a:srgbClr val="21212B"/>
                </a:solidFill>
                <a:effectLst/>
                <a:uFillTx/>
                <a:latin typeface="Arial"/>
              </a:rPr>
              <a:t>4</a:t>
            </a:r>
            <a:r>
              <a:rPr lang="en-US" sz="4100" b="1" u="none" spc="-431" strike="noStrike">
                <a:solidFill>
                  <a:srgbClr val="21212B"/>
                </a:solidFill>
                <a:effectLst/>
                <a:uFillTx/>
                <a:latin typeface="Arial"/>
              </a:rPr>
              <a:t>0</a:t>
            </a:r>
            <a:r>
              <a:rPr lang="en-US" sz="4100" b="1" u="none" spc="-431" strike="noStrike">
                <a:solidFill>
                  <a:srgbClr val="645E5B"/>
                </a:solidFill>
                <a:effectLst/>
                <a:uFillTx/>
                <a:latin typeface="Arial"/>
              </a:rPr>
              <a:t>n</a:t>
            </a:r>
            <a:r>
              <a:rPr lang="en-US" sz="4100" b="1" u="none" spc="-431" strike="noStrike">
                <a:solidFill>
                  <a:srgbClr val="645E5B"/>
                </a:solidFill>
                <a:effectLst/>
                <a:uFillTx/>
                <a:latin typeface="Arial"/>
              </a:rPr>
              <a:t>m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object 23"/>
          <p:cNvSpPr/>
          <p:nvPr/>
        </p:nvSpPr>
        <p:spPr>
          <a:xfrm>
            <a:off x="11784240" y="3481920"/>
            <a:ext cx="1277280" cy="9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33120" rIns="0" bIns="0" anchor="t">
            <a:spAutoFit/>
          </a:bodyPr>
          <a:p>
            <a:pPr marL="16560">
              <a:lnSpc>
                <a:spcPct val="100000"/>
              </a:lnSpc>
              <a:spcBef>
                <a:spcPts val="258"/>
              </a:spcBef>
            </a:pPr>
            <a:r>
              <a:rPr lang="en-US" sz="1100" b="0" u="none" spc="-20" strike="noStrike">
                <a:solidFill>
                  <a:srgbClr val="938E89"/>
                </a:solidFill>
                <a:effectLst/>
                <a:uFillTx/>
                <a:latin typeface="Courier New"/>
              </a:rPr>
              <a:t>TOOL</a:t>
            </a:r>
            <a:r>
              <a:rPr lang="en-US" sz="1100" b="0" u="none" spc="-136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20" strike="noStrike">
                <a:solidFill>
                  <a:srgbClr val="938E89"/>
                </a:solidFill>
                <a:effectLst/>
                <a:uFillTx/>
                <a:latin typeface="Courier New"/>
              </a:rPr>
              <a:t>WEAR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601"/>
              </a:spcBef>
            </a:pPr>
            <a:r>
              <a:rPr lang="en-US" sz="4150" b="1" u="none" spc="-130" strike="noStrike">
                <a:solidFill>
                  <a:srgbClr val="21212B"/>
                </a:solidFill>
                <a:effectLst/>
                <a:uFillTx/>
                <a:latin typeface="Arial"/>
              </a:rPr>
              <a:t>107</a:t>
            </a:r>
            <a:r>
              <a:rPr lang="en-US" sz="1600" b="1" u="none" spc="-130" strike="noStrike">
                <a:solidFill>
                  <a:srgbClr val="645E5B"/>
                </a:solidFill>
                <a:effectLst/>
                <a:uFillTx/>
                <a:latin typeface="Arial"/>
              </a:rPr>
              <a:t>min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object 24"/>
          <p:cNvSpPr/>
          <p:nvPr/>
        </p:nvSpPr>
        <p:spPr>
          <a:xfrm>
            <a:off x="214560" y="5698800"/>
            <a:ext cx="4930920" cy="92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84320">
              <a:lnSpc>
                <a:spcPct val="100000"/>
              </a:lnSpc>
              <a:spcBef>
                <a:spcPts val="105"/>
              </a:spcBef>
              <a:tabLst>
                <a:tab pos="3039120" algn="l"/>
              </a:tabLst>
            </a:pPr>
            <a:r>
              <a:rPr lang="en-US" sz="1050" b="0" u="none" spc="-130" strike="noStrike">
                <a:solidFill>
                  <a:srgbClr val="938E89"/>
                </a:solidFill>
                <a:effectLst/>
                <a:uFillTx/>
                <a:latin typeface="Courier New"/>
              </a:rPr>
              <a:t>raoge</a:t>
            </a:r>
            <a:r>
              <a:rPr lang="en-US" sz="1050" b="0" u="none" spc="-181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pc="-125" strike="noStrike">
                <a:solidFill>
                  <a:srgbClr val="A5A19A"/>
                </a:solidFill>
                <a:effectLst/>
                <a:uFillTx/>
                <a:latin typeface="Courier New"/>
              </a:rPr>
              <a:t>-</a:t>
            </a:r>
            <a:r>
              <a:rPr lang="en-US" sz="1050" b="0" u="none" spc="-60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40" strike="noStrike">
                <a:solidFill>
                  <a:srgbClr val="938E89"/>
                </a:solidFill>
                <a:effectLst/>
                <a:uFillTx/>
                <a:latin typeface="Courier New"/>
              </a:rPr>
              <a:t>295</a:t>
            </a:r>
            <a:r>
              <a:rPr lang="en-US" sz="950" b="0" u="none" spc="-261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trike="noStrike">
                <a:solidFill>
                  <a:srgbClr val="807C77"/>
                </a:solidFill>
                <a:effectLst/>
                <a:uFillTx/>
                <a:latin typeface="Courier New"/>
              </a:rPr>
              <a:t>-</a:t>
            </a:r>
            <a:r>
              <a:rPr lang="en-US" sz="950" b="0" u="none" spc="-60" strike="noStrike">
                <a:solidFill>
                  <a:srgbClr val="807C77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40" strike="noStrike">
                <a:solidFill>
                  <a:srgbClr val="938E89"/>
                </a:solidFill>
                <a:effectLst/>
                <a:uFillTx/>
                <a:latin typeface="Courier New"/>
              </a:rPr>
              <a:t>385</a:t>
            </a:r>
            <a:r>
              <a:rPr lang="en-US" sz="950" b="0" u="none" spc="-125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51" strike="noStrike">
                <a:solidFill>
                  <a:srgbClr val="938E89"/>
                </a:solidFill>
                <a:effectLst/>
                <a:uFillTx/>
                <a:latin typeface="Courier New"/>
              </a:rPr>
              <a:t>K</a:t>
            </a:r>
            <a:r>
              <a:rPr lang="en-US" sz="950" b="0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	</a:t>
            </a:r>
            <a:r>
              <a:rPr lang="en-US" sz="1050" b="0" u="none" spc="-130" strike="noStrike">
                <a:solidFill>
                  <a:srgbClr val="A5A19A"/>
                </a:solidFill>
                <a:effectLst/>
                <a:uFillTx/>
                <a:latin typeface="Courier New"/>
              </a:rPr>
              <a:t>range</a:t>
            </a:r>
            <a:r>
              <a:rPr lang="en-US" sz="1050" b="0" u="none" spc="-170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trike="noStrike">
                <a:solidFill>
                  <a:srgbClr val="A5A19A"/>
                </a:solidFill>
                <a:effectLst/>
                <a:uFillTx/>
                <a:latin typeface="Courier New"/>
              </a:rPr>
              <a:t>-</a:t>
            </a:r>
            <a:r>
              <a:rPr lang="en-US" sz="1050" b="0" u="none" spc="-264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40" strike="noStrike">
                <a:solidFill>
                  <a:srgbClr val="938E89"/>
                </a:solidFill>
                <a:effectLst/>
                <a:uFillTx/>
                <a:latin typeface="Courier New"/>
              </a:rPr>
              <a:t>385</a:t>
            </a:r>
            <a:r>
              <a:rPr lang="en-US" sz="950" b="0" u="none" spc="-91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34" strike="noStrike">
                <a:solidFill>
                  <a:srgbClr val="807C77"/>
                </a:solidFill>
                <a:effectLst/>
                <a:uFillTx/>
                <a:latin typeface="Courier New"/>
              </a:rPr>
              <a:t>-</a:t>
            </a:r>
            <a:r>
              <a:rPr lang="en-US" sz="950" b="0" u="none" spc="-130" strike="noStrike">
                <a:solidFill>
                  <a:srgbClr val="807C77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40" strike="noStrike">
                <a:solidFill>
                  <a:srgbClr val="938E89"/>
                </a:solidFill>
                <a:effectLst/>
                <a:uFillTx/>
                <a:latin typeface="Courier New"/>
              </a:rPr>
              <a:t>315</a:t>
            </a:r>
            <a:r>
              <a:rPr lang="en-US" sz="950" b="0" u="none" spc="-139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850" b="1" u="none" spc="-51" strike="noStrike">
                <a:solidFill>
                  <a:srgbClr val="938E89"/>
                </a:solidFill>
                <a:effectLst/>
                <a:uFillTx/>
                <a:latin typeface="Arial"/>
              </a:rPr>
              <a:t>K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303912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21"/>
              </a:spcBef>
              <a:tabLst>
                <a:tab pos="3039120" algn="l"/>
              </a:tabLst>
            </a:pP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640">
              <a:lnSpc>
                <a:spcPct val="100000"/>
              </a:lnSpc>
              <a:tabLst>
                <a:tab pos="3039120" algn="l"/>
              </a:tabLst>
            </a:pP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Seve</a:t>
            </a:r>
            <a:r>
              <a:rPr lang="en-US" sz="1300" b="1" u="none" strike="noStrike">
                <a:solidFill>
                  <a:srgbClr val="21212B"/>
                </a:solidFill>
                <a:effectLst/>
                <a:uFillTx/>
                <a:latin typeface="Arial"/>
              </a:rPr>
              <a:t>r</a:t>
            </a: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e</a:t>
            </a:r>
            <a:r>
              <a:rPr lang="en-US" sz="1300" b="1" u="none" spc="130" strike="noStrike">
                <a:solidFill>
                  <a:srgbClr val="3B3838"/>
                </a:solidFill>
                <a:effectLst/>
                <a:uFillTx/>
                <a:latin typeface="Arial"/>
              </a:rPr>
              <a:t> </a:t>
            </a:r>
            <a:r>
              <a:rPr lang="en-US" sz="1300" b="1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class</a:t>
            </a:r>
            <a:r>
              <a:rPr lang="en-US" sz="1300" b="1" u="none" spc="-105" strike="noStrike">
                <a:solidFill>
                  <a:srgbClr val="3B3838"/>
                </a:solidFill>
                <a:effectLst/>
                <a:uFillTx/>
                <a:latin typeface="Arial"/>
              </a:rPr>
              <a:t> </a:t>
            </a:r>
            <a:r>
              <a:rPr lang="en-US" sz="1300" b="1" u="none" spc="-11" strike="noStrike">
                <a:solidFill>
                  <a:srgbClr val="441D2F"/>
                </a:solidFill>
                <a:effectLst/>
                <a:uFillTx/>
                <a:latin typeface="Arial"/>
              </a:rPr>
              <a:t>I</a:t>
            </a:r>
            <a:r>
              <a:rPr lang="en-US" sz="1300" b="1" u="none" spc="-11" strike="noStrike">
                <a:solidFill>
                  <a:srgbClr val="3B3838"/>
                </a:solidFill>
                <a:effectLst/>
                <a:uFillTx/>
                <a:latin typeface="Arial"/>
              </a:rPr>
              <a:t>mbalan</a:t>
            </a:r>
            <a:r>
              <a:rPr lang="en-US" sz="1300" b="1" u="none" spc="-11" strike="noStrike">
                <a:solidFill>
                  <a:srgbClr val="544F4B"/>
                </a:solidFill>
                <a:effectLst/>
                <a:uFillTx/>
                <a:latin typeface="Arial"/>
              </a:rPr>
              <a:t>c</a:t>
            </a:r>
            <a:r>
              <a:rPr lang="en-US" sz="1300" b="1" u="none" spc="-11" strike="noStrike">
                <a:solidFill>
                  <a:srgbClr val="3B3838"/>
                </a:solidFill>
                <a:effectLst/>
                <a:uFillTx/>
                <a:latin typeface="Arial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24"/>
              </a:spcBef>
              <a:tabLst>
                <a:tab pos="3039120" algn="l"/>
              </a:tabLst>
            </a:pPr>
            <a:r>
              <a:rPr lang="en-US" sz="1100" b="0" u="none" strike="noStrike">
                <a:solidFill>
                  <a:srgbClr val="807C77"/>
                </a:solidFill>
                <a:effectLst/>
                <a:uFillTx/>
                <a:latin typeface="Arial"/>
              </a:rPr>
              <a:t>Hardware</a:t>
            </a:r>
            <a:r>
              <a:rPr lang="en-US" sz="1100" b="0" u="none" spc="34" strike="noStrike">
                <a:solidFill>
                  <a:srgbClr val="807C77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07C77"/>
                </a:solidFill>
                <a:effectLst/>
                <a:uFillTx/>
                <a:latin typeface="Arial"/>
              </a:rPr>
              <a:t>fa</a:t>
            </a:r>
            <a:r>
              <a:rPr lang="en-US" sz="1100" b="0" u="none" strike="noStrike">
                <a:solidFill>
                  <a:srgbClr val="A5A19A"/>
                </a:solidFill>
                <a:effectLst/>
                <a:uFillTx/>
                <a:latin typeface="Arial"/>
              </a:rPr>
              <a:t>nures</a:t>
            </a:r>
            <a:r>
              <a:rPr lang="en-US" sz="1100" b="0" u="none" spc="54" strike="noStrike">
                <a:solidFill>
                  <a:srgbClr val="A5A19A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are</a:t>
            </a:r>
            <a:r>
              <a:rPr lang="en-US" sz="1100" b="0" u="none" spc="-85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71" strike="noStrike">
                <a:solidFill>
                  <a:srgbClr val="938E89"/>
                </a:solidFill>
                <a:effectLst/>
                <a:uFillTx/>
                <a:latin typeface="Arial"/>
              </a:rPr>
              <a:t>vanlshlngly</a:t>
            </a:r>
            <a:r>
              <a:rPr lang="en-US" sz="1100" b="0" u="none" spc="71" strike="noStrike">
                <a:solidFill>
                  <a:srgbClr val="807C77"/>
                </a:solidFill>
                <a:effectLst/>
                <a:uFillTx/>
                <a:latin typeface="Arial"/>
              </a:rPr>
              <a:t>rare-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maklngthe</a:t>
            </a:r>
            <a:r>
              <a:rPr lang="en-US" sz="1100" b="0" u="none" spc="329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actual</a:t>
            </a:r>
            <a:r>
              <a:rPr lang="en-US" sz="1100" b="0" u="none" spc="6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07C77"/>
                </a:solidFill>
                <a:effectLst/>
                <a:uFillTx/>
                <a:latin typeface="Arial"/>
              </a:rPr>
              <a:t>signal</a:t>
            </a:r>
            <a:r>
              <a:rPr lang="en-US" sz="110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easy</a:t>
            </a:r>
            <a:r>
              <a:rPr lang="en-US" sz="1100" b="0" u="none" strike="noStrike">
                <a:solidFill>
                  <a:srgbClr val="807C77"/>
                </a:solidFill>
                <a:effectLst/>
                <a:uFillTx/>
                <a:latin typeface="Arial"/>
              </a:rPr>
              <a:t>to</a:t>
            </a:r>
            <a:r>
              <a:rPr lang="en-US" sz="1100" b="0" u="none" spc="340" strike="noStrike">
                <a:solidFill>
                  <a:srgbClr val="807C77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Arial"/>
              </a:rPr>
              <a:t>miss.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object 25"/>
          <p:cNvSpPr/>
          <p:nvPr/>
        </p:nvSpPr>
        <p:spPr>
          <a:xfrm>
            <a:off x="6086880" y="5698800"/>
            <a:ext cx="1399680" cy="18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50" b="0" u="none" spc="-111" strike="noStrike">
                <a:solidFill>
                  <a:srgbClr val="A5A19A"/>
                </a:solidFill>
                <a:effectLst/>
                <a:uFillTx/>
                <a:latin typeface="Courier New"/>
              </a:rPr>
              <a:t>range</a:t>
            </a:r>
            <a:r>
              <a:rPr lang="en-US" sz="1050" b="0" u="none" spc="-190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1050" b="0" u="none" spc="-99" strike="noStrike">
                <a:solidFill>
                  <a:srgbClr val="A5A19A"/>
                </a:solidFill>
                <a:effectLst/>
                <a:uFillTx/>
                <a:latin typeface="Courier New"/>
              </a:rPr>
              <a:t>-</a:t>
            </a:r>
            <a:r>
              <a:rPr lang="en-US" sz="1050" b="0" u="none" spc="-96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65" strike="noStrike">
                <a:solidFill>
                  <a:srgbClr val="938E89"/>
                </a:solidFill>
                <a:effectLst/>
                <a:uFillTx/>
                <a:latin typeface="Courier New"/>
              </a:rPr>
              <a:t>1,888</a:t>
            </a:r>
            <a:r>
              <a:rPr lang="en-US" sz="950" b="0" u="none" spc="-156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60" strike="noStrike">
                <a:solidFill>
                  <a:srgbClr val="807C77"/>
                </a:solidFill>
                <a:effectLst/>
                <a:uFillTx/>
                <a:latin typeface="Courier New"/>
              </a:rPr>
              <a:t>-</a:t>
            </a:r>
            <a:r>
              <a:rPr lang="en-US" sz="950" b="0" u="none" spc="-176" strike="noStrike">
                <a:solidFill>
                  <a:srgbClr val="807C77"/>
                </a:solidFill>
                <a:effectLst/>
                <a:uFillTx/>
                <a:latin typeface="Courier New"/>
              </a:rPr>
              <a:t> </a:t>
            </a:r>
            <a:r>
              <a:rPr lang="en-US" sz="95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2,588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object 26"/>
          <p:cNvSpPr/>
          <p:nvPr/>
        </p:nvSpPr>
        <p:spPr>
          <a:xfrm>
            <a:off x="8946360" y="5695560"/>
            <a:ext cx="1115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00" b="1" u="none" spc="-96" strike="noStrike">
                <a:solidFill>
                  <a:srgbClr val="A5A19A"/>
                </a:solidFill>
                <a:effectLst/>
                <a:uFillTx/>
                <a:latin typeface="Courier New"/>
              </a:rPr>
              <a:t>range</a:t>
            </a:r>
            <a:r>
              <a:rPr lang="en-US" sz="1000" b="1" u="none" spc="-224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1000" b="1" u="none" strike="noStrike">
                <a:solidFill>
                  <a:srgbClr val="A5A19A"/>
                </a:solidFill>
                <a:effectLst/>
                <a:uFillTx/>
                <a:latin typeface="Courier New"/>
              </a:rPr>
              <a:t>-</a:t>
            </a:r>
            <a:r>
              <a:rPr lang="en-US" sz="1000" b="1" u="none" spc="-113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900" b="1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3</a:t>
            </a:r>
            <a:r>
              <a:rPr lang="en-US" sz="900" b="1" u="none" spc="-26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900" b="1" u="none" strike="noStrike">
                <a:solidFill>
                  <a:srgbClr val="807C77"/>
                </a:solidFill>
                <a:effectLst/>
                <a:uFillTx/>
                <a:latin typeface="Courier New"/>
              </a:rPr>
              <a:t>-</a:t>
            </a:r>
            <a:r>
              <a:rPr lang="en-US" sz="900" b="1" u="none" spc="-54" strike="noStrike">
                <a:solidFill>
                  <a:srgbClr val="807C77"/>
                </a:solidFill>
                <a:effectLst/>
                <a:uFillTx/>
                <a:latin typeface="Courier New"/>
              </a:rPr>
              <a:t> </a:t>
            </a:r>
            <a:r>
              <a:rPr lang="en-US" sz="900" b="1" u="none" strike="noStrike">
                <a:solidFill>
                  <a:srgbClr val="938E89"/>
                </a:solidFill>
                <a:effectLst/>
                <a:uFillTx/>
                <a:latin typeface="Courier New"/>
              </a:rPr>
              <a:t>75</a:t>
            </a:r>
            <a:r>
              <a:rPr lang="en-US" sz="900" b="1" u="none" spc="-85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000" b="1" u="none" spc="-79" strike="noStrike">
                <a:solidFill>
                  <a:srgbClr val="938E89"/>
                </a:solidFill>
                <a:effectLst/>
                <a:uFillTx/>
                <a:latin typeface="Courier New"/>
              </a:rPr>
              <a:t>NM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object 27"/>
          <p:cNvSpPr/>
          <p:nvPr/>
        </p:nvSpPr>
        <p:spPr>
          <a:xfrm>
            <a:off x="12836880" y="5689440"/>
            <a:ext cx="76320" cy="246600"/>
          </a:xfrm>
          <a:custGeom>
            <a:avLst/>
            <a:gdLst>
              <a:gd name="textAreaLeft" fmla="*/ 0 w 76320"/>
              <a:gd name="textAreaRight" fmla="*/ 76680 w 76320"/>
              <a:gd name="textAreaTop" fmla="*/ 0 h 246600"/>
              <a:gd name="textAreaBottom" fmla="*/ 246960 h 246600"/>
            </a:gdLst>
            <a:ahLst/>
            <a:cxnLst/>
            <a:rect l="textAreaLeft" t="textAreaTop" r="textAreaRight" b="textAreaBottom"/>
            <a:pathLst>
              <a:path w="76834" h="247014">
                <a:moveTo>
                  <a:pt x="76385" y="246388"/>
                </a:moveTo>
                <a:lnTo>
                  <a:pt x="0" y="246388"/>
                </a:lnTo>
                <a:lnTo>
                  <a:pt x="0" y="0"/>
                </a:lnTo>
                <a:lnTo>
                  <a:pt x="76385" y="0"/>
                </a:lnTo>
                <a:lnTo>
                  <a:pt x="76385" y="246388"/>
                </a:lnTo>
                <a:close/>
              </a:path>
            </a:pathLst>
          </a:custGeom>
          <a:solidFill>
            <a:srgbClr val="EFEB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object 28"/>
          <p:cNvSpPr/>
          <p:nvPr/>
        </p:nvSpPr>
        <p:spPr>
          <a:xfrm>
            <a:off x="11658600" y="5704920"/>
            <a:ext cx="182880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000" b="1" u="none" spc="-235" strike="noStrike">
                <a:solidFill>
                  <a:srgbClr val="A5A19A"/>
                </a:solidFill>
                <a:effectLst/>
                <a:uFillTx/>
                <a:latin typeface="Courier New"/>
              </a:rPr>
              <a:t>range</a:t>
            </a:r>
            <a:r>
              <a:rPr lang="en-US" sz="1000" b="1" u="none" spc="-235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1000" b="1" u="none" strike="noStrike">
                <a:solidFill>
                  <a:srgbClr val="A5A19A"/>
                </a:solidFill>
                <a:effectLst/>
                <a:uFillTx/>
                <a:latin typeface="Courier New"/>
              </a:rPr>
              <a:t>-</a:t>
            </a:r>
            <a:r>
              <a:rPr lang="en-US" sz="1000" b="1" u="none" spc="-105" strike="noStrike">
                <a:solidFill>
                  <a:srgbClr val="A5A19A"/>
                </a:solidFill>
                <a:effectLst/>
                <a:uFillTx/>
                <a:latin typeface="Courier New"/>
              </a:rPr>
              <a:t> </a:t>
            </a:r>
            <a:r>
              <a:rPr lang="en-US" sz="950" b="1" u="none" spc="-1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O</a:t>
            </a:r>
            <a:r>
              <a:rPr lang="en-US" sz="950" b="1" u="none" spc="-136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950" b="1" u="none" strike="noStrike">
                <a:solidFill>
                  <a:srgbClr val="807C77"/>
                </a:solidFill>
                <a:effectLst/>
                <a:uFillTx/>
                <a:latin typeface="Courier New"/>
              </a:rPr>
              <a:t>-</a:t>
            </a:r>
            <a:r>
              <a:rPr lang="en-US" sz="950" b="1" u="none" spc="14" strike="noStrike">
                <a:solidFill>
                  <a:srgbClr val="807C77"/>
                </a:solidFill>
                <a:effectLst/>
                <a:uFillTx/>
                <a:latin typeface="Courier New"/>
              </a:rPr>
              <a:t> </a:t>
            </a:r>
            <a:r>
              <a:rPr lang="en-US" sz="950" b="1" u="none" spc="-91" strike="noStrike">
                <a:solidFill>
                  <a:srgbClr val="938E89"/>
                </a:solidFill>
                <a:effectLst/>
                <a:uFillTx/>
                <a:latin typeface="Courier New"/>
              </a:rPr>
              <a:t>253</a:t>
            </a:r>
            <a:r>
              <a:rPr lang="en-US" sz="950" b="1" u="none" spc="-99" strike="noStrike">
                <a:solidFill>
                  <a:srgbClr val="938E89"/>
                </a:solidFill>
                <a:effectLst/>
                <a:uFillTx/>
                <a:latin typeface="Courier New"/>
              </a:rPr>
              <a:t> </a:t>
            </a:r>
            <a:r>
              <a:rPr lang="en-US" sz="1000" b="1" u="none" spc="-119" strike="noStrike">
                <a:solidFill>
                  <a:srgbClr val="BAB5AE"/>
                </a:solidFill>
                <a:effectLst/>
                <a:uFillTx/>
                <a:latin typeface="Courier New"/>
              </a:rPr>
              <a:t>a</a:t>
            </a:r>
            <a:r>
              <a:rPr lang="en-US" sz="1000" b="1" u="none" spc="-119" strike="noStrike">
                <a:solidFill>
                  <a:srgbClr val="938E89"/>
                </a:solidFill>
                <a:effectLst/>
                <a:uFillTx/>
                <a:latin typeface="Courier New"/>
              </a:rPr>
              <a:t>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object 29"/>
          <p:cNvSpPr/>
          <p:nvPr/>
        </p:nvSpPr>
        <p:spPr>
          <a:xfrm>
            <a:off x="13995000" y="6055920"/>
            <a:ext cx="104436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29880">
              <a:lnSpc>
                <a:spcPct val="100000"/>
              </a:lnSpc>
              <a:spcBef>
                <a:spcPts val="105"/>
              </a:spcBef>
            </a:pPr>
            <a:r>
              <a:rPr lang="en-US" sz="1100" b="0" u="none" spc="-85" strike="noStrike">
                <a:solidFill>
                  <a:srgbClr val="807C77"/>
                </a:solidFill>
                <a:effectLst/>
                <a:uFillTx/>
                <a:latin typeface="Courier New"/>
              </a:rPr>
              <a:t>FAILURE</a:t>
            </a:r>
            <a:r>
              <a:rPr lang="en-US" sz="1100" b="0" u="none" spc="-54" strike="noStrike">
                <a:solidFill>
                  <a:srgbClr val="807C77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SHARE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"/>
              </a:spcBef>
              <a:tabLst>
                <a:tab pos="286920" algn="l"/>
              </a:tabLst>
            </a:pPr>
            <a:r>
              <a:rPr lang="en-US" sz="800" b="1" i="1" u="none" spc="-51" strike="noStrike">
                <a:solidFill>
                  <a:srgbClr val="AC4642"/>
                </a:solidFill>
                <a:effectLst/>
                <a:uFillTx/>
                <a:latin typeface="Times New Roman"/>
              </a:rPr>
              <a:t>N</a:t>
            </a:r>
            <a:r>
              <a:rPr lang="en-US" sz="800" b="1" i="1" u="none" strike="noStrike">
                <a:solidFill>
                  <a:srgbClr val="AC4642"/>
                </a:solidFill>
                <a:effectLst/>
                <a:uFillTx/>
                <a:latin typeface="Times New Roman"/>
              </a:rPr>
              <a:t>	</a:t>
            </a:r>
            <a:r>
              <a:rPr lang="en-US" sz="2250" b="1" u="none" spc="150" strike="noStrike">
                <a:solidFill>
                  <a:srgbClr val="AC4642"/>
                </a:solidFill>
                <a:effectLst/>
                <a:uFillTx/>
                <a:latin typeface="Arial"/>
              </a:rPr>
              <a:t>3.4</a:t>
            </a:r>
            <a:r>
              <a:rPr lang="en-US" sz="2250" b="1" u="none" spc="150" strike="noStrike">
                <a:solidFill>
                  <a:srgbClr val="AC4642"/>
                </a:solidFill>
                <a:effectLst/>
                <a:uFillTx/>
                <a:latin typeface="Arial"/>
              </a:rPr>
              <a:t>%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object 30"/>
          <p:cNvSpPr/>
          <p:nvPr/>
        </p:nvSpPr>
        <p:spPr>
          <a:xfrm>
            <a:off x="403920" y="6999840"/>
            <a:ext cx="1968120" cy="217440"/>
          </a:xfrm>
          <a:prstGeom prst="rect">
            <a:avLst/>
          </a:prstGeom>
          <a:solidFill>
            <a:srgbClr val="3456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840" rIns="0" bIns="0" anchor="t">
            <a:spAutoFit/>
          </a:bodyPr>
          <a:p>
            <a:pPr>
              <a:lnSpc>
                <a:spcPct val="100000"/>
              </a:lnSpc>
              <a:spcBef>
                <a:spcPts val="54"/>
              </a:spcBef>
            </a:pPr>
            <a:r>
              <a:rPr lang="en-US" sz="1250" b="0" u="none" spc="91" strike="noStrike">
                <a:solidFill>
                  <a:srgbClr val="BAD3C6"/>
                </a:solidFill>
                <a:effectLst/>
                <a:uFillTx/>
                <a:latin typeface="Arial"/>
              </a:rPr>
              <a:t>96.6</a:t>
            </a:r>
            <a:r>
              <a:rPr lang="en-US" sz="1250" b="0" u="none" spc="-54" strike="noStrike">
                <a:solidFill>
                  <a:srgbClr val="BAD3C6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74" strike="noStrike">
                <a:solidFill>
                  <a:srgbClr val="BAD3C6"/>
                </a:solidFill>
                <a:effectLst/>
                <a:uFillTx/>
                <a:latin typeface="Arial"/>
              </a:rPr>
              <a:t>%</a:t>
            </a:r>
            <a:r>
              <a:rPr lang="en-US" sz="1250" b="0" u="none" spc="-111" strike="noStrike">
                <a:solidFill>
                  <a:srgbClr val="BAD3C6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74" strike="noStrike">
                <a:solidFill>
                  <a:srgbClr val="BAD3C6"/>
                </a:solidFill>
                <a:effectLst/>
                <a:uFillTx/>
                <a:latin typeface="Arial"/>
              </a:rPr>
              <a:t>normal</a:t>
            </a:r>
            <a:r>
              <a:rPr lang="en-US" sz="1250" b="0" u="none" spc="-34" strike="noStrike">
                <a:solidFill>
                  <a:srgbClr val="BAD3C6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79" strike="noStrike">
                <a:solidFill>
                  <a:srgbClr val="BAD3C6"/>
                </a:solidFill>
                <a:effectLst/>
                <a:uFillTx/>
                <a:latin typeface="Arial"/>
              </a:rPr>
              <a:t>operation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object 31"/>
          <p:cNvSpPr/>
          <p:nvPr/>
        </p:nvSpPr>
        <p:spPr>
          <a:xfrm>
            <a:off x="13482000" y="7046280"/>
            <a:ext cx="540720" cy="156600"/>
          </a:xfrm>
          <a:prstGeom prst="rect">
            <a:avLst/>
          </a:prstGeom>
          <a:solidFill>
            <a:srgbClr val="B548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5040" rIns="0" bIns="0" anchor="t">
            <a:spAutoFit/>
          </a:bodyPr>
          <a:p>
            <a:pPr>
              <a:lnSpc>
                <a:spcPct val="100000"/>
              </a:lnSpc>
              <a:spcBef>
                <a:spcPts val="40"/>
              </a:spcBef>
            </a:pPr>
            <a:r>
              <a:rPr lang="en-US" sz="900" b="0" u="none" spc="-11" strike="noStrike">
                <a:solidFill>
                  <a:srgbClr val="EDBCA7"/>
                </a:solidFill>
                <a:effectLst/>
                <a:uFillTx/>
                <a:latin typeface="Arial"/>
              </a:rPr>
              <a:t>FAILURE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object 32"/>
          <p:cNvSpPr/>
          <p:nvPr/>
        </p:nvSpPr>
        <p:spPr>
          <a:xfrm>
            <a:off x="219960" y="7787520"/>
            <a:ext cx="10067040" cy="73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100" b="0" u="none" strike="noStrike">
                <a:solidFill>
                  <a:srgbClr val="807C77"/>
                </a:solidFill>
                <a:effectLst/>
                <a:uFillTx/>
                <a:latin typeface="Courier New"/>
              </a:rPr>
              <a:t>ENGINEERING</a:t>
            </a:r>
            <a:r>
              <a:rPr lang="en-US" sz="1100" b="0" u="none" spc="-150" strike="noStrike">
                <a:solidFill>
                  <a:srgbClr val="807C77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11" strike="noStrike">
                <a:solidFill>
                  <a:srgbClr val="938E89"/>
                </a:solidFill>
                <a:effectLst/>
                <a:uFillTx/>
                <a:latin typeface="Courier New"/>
              </a:rPr>
              <a:t>SOLUTION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60">
              <a:lnSpc>
                <a:spcPct val="100000"/>
              </a:lnSpc>
              <a:spcBef>
                <a:spcPts val="941"/>
              </a:spcBef>
            </a:pPr>
            <a:r>
              <a:rPr lang="en-US" sz="1250" b="0" u="none" strike="noStrike">
                <a:solidFill>
                  <a:srgbClr val="645E5B"/>
                </a:solidFill>
                <a:effectLst/>
                <a:uFillTx/>
                <a:latin typeface="Arial"/>
              </a:rPr>
              <a:t>An</a:t>
            </a:r>
            <a:r>
              <a:rPr lang="en-US" sz="1250" b="0" u="none" spc="-190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645E5B"/>
                </a:solidFill>
                <a:effectLst/>
                <a:uFillTx/>
                <a:latin typeface="Arial"/>
              </a:rPr>
              <a:t>automated</a:t>
            </a:r>
            <a:r>
              <a:rPr lang="en-US" sz="1250" b="0" u="none" spc="496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150" b="0" u="none" spc="79" strike="noStrike">
                <a:solidFill>
                  <a:srgbClr val="645E5B"/>
                </a:solidFill>
                <a:effectLst/>
                <a:uFillTx/>
                <a:latin typeface="Arial"/>
              </a:rPr>
              <a:t>data_prep</a:t>
            </a:r>
            <a:r>
              <a:rPr lang="en-US" sz="1150" b="0" u="none" spc="79" strike="noStrike">
                <a:solidFill>
                  <a:srgbClr val="3B3838"/>
                </a:solidFill>
                <a:effectLst/>
                <a:uFillTx/>
                <a:latin typeface="Arial"/>
              </a:rPr>
              <a:t>.</a:t>
            </a:r>
            <a:r>
              <a:rPr lang="en-US" sz="1150" b="0" u="none" spc="91" strike="noStrike">
                <a:solidFill>
                  <a:srgbClr val="544F4B"/>
                </a:solidFill>
                <a:effectLst/>
                <a:uFillTx/>
                <a:latin typeface="Arial"/>
              </a:rPr>
              <a:t>py</a:t>
            </a:r>
            <a:r>
              <a:rPr lang="en-US" sz="1150" b="0" u="none" spc="309" strike="noStrike">
                <a:solidFill>
                  <a:srgbClr val="544F4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645E5B"/>
                </a:solidFill>
                <a:effectLst/>
                <a:uFillTx/>
                <a:latin typeface="Arial"/>
              </a:rPr>
              <a:t>pipeline</a:t>
            </a:r>
            <a:r>
              <a:rPr lang="en-US" sz="1250" b="0" u="none" spc="-136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544F4B"/>
                </a:solidFill>
                <a:effectLst/>
                <a:uFillTx/>
                <a:latin typeface="Arial"/>
              </a:rPr>
              <a:t>inputs</a:t>
            </a:r>
            <a:r>
              <a:rPr lang="en-US" sz="1250" b="0" u="none" spc="-139" strike="noStrike">
                <a:solidFill>
                  <a:srgbClr val="544F4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544F4B"/>
                </a:solidFill>
                <a:effectLst/>
                <a:uFillTx/>
                <a:latin typeface="Arial"/>
              </a:rPr>
              <a:t>miss</a:t>
            </a:r>
            <a:r>
              <a:rPr lang="en-US" sz="1250" b="0" u="none" strike="noStrike">
                <a:solidFill>
                  <a:srgbClr val="807C77"/>
                </a:solidFill>
                <a:effectLst/>
                <a:uFillTx/>
                <a:latin typeface="Arial"/>
              </a:rPr>
              <a:t>i</a:t>
            </a:r>
            <a:r>
              <a:rPr lang="en-US" sz="1250" b="0" u="none" strike="noStrike">
                <a:solidFill>
                  <a:srgbClr val="645E5B"/>
                </a:solidFill>
                <a:effectLst/>
                <a:uFillTx/>
                <a:latin typeface="Arial"/>
              </a:rPr>
              <a:t>ng</a:t>
            </a:r>
            <a:r>
              <a:rPr lang="en-US" sz="1250" b="0" u="none" spc="26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645E5B"/>
                </a:solidFill>
                <a:effectLst/>
                <a:uFillTx/>
                <a:latin typeface="Arial"/>
              </a:rPr>
              <a:t>va</a:t>
            </a:r>
            <a:r>
              <a:rPr lang="en-US" sz="1250" b="0" u="none" spc="-11" strike="noStrike">
                <a:solidFill>
                  <a:srgbClr val="807C77"/>
                </a:solidFill>
                <a:effectLst/>
                <a:uFillTx/>
                <a:latin typeface="Arial"/>
              </a:rPr>
              <a:t>l</a:t>
            </a:r>
            <a:r>
              <a:rPr lang="en-US" sz="1250" b="0" u="none" spc="-11" strike="noStrike">
                <a:solidFill>
                  <a:srgbClr val="645E5B"/>
                </a:solidFill>
                <a:effectLst/>
                <a:uFillTx/>
                <a:latin typeface="Arial"/>
              </a:rPr>
              <a:t>ues</a:t>
            </a:r>
            <a:r>
              <a:rPr lang="en-US" sz="1250" b="0" u="none" spc="-125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54" strike="noStrike">
                <a:solidFill>
                  <a:srgbClr val="645E5B"/>
                </a:solidFill>
                <a:effectLst/>
                <a:uFillTx/>
                <a:latin typeface="Arial"/>
              </a:rPr>
              <a:t>and</a:t>
            </a:r>
            <a:r>
              <a:rPr lang="en-US" sz="1250" b="0" u="none" spc="-159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113" strike="noStrike">
                <a:solidFill>
                  <a:srgbClr val="645E5B"/>
                </a:solidFill>
                <a:effectLst/>
                <a:uFillTx/>
                <a:latin typeface="Arial"/>
              </a:rPr>
              <a:t>fits a</a:t>
            </a:r>
            <a:r>
              <a:rPr lang="en-US" sz="1250" b="0" u="none" spc="329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150" b="0" u="none" spc="79" strike="noStrike">
                <a:solidFill>
                  <a:srgbClr val="544F4B"/>
                </a:solidFill>
                <a:effectLst/>
                <a:uFillTx/>
                <a:latin typeface="Arial"/>
              </a:rPr>
              <a:t>Standard Scaler</a:t>
            </a:r>
            <a:r>
              <a:rPr lang="en-US" sz="1150" b="0" u="none" spc="71" strike="noStrike">
                <a:solidFill>
                  <a:srgbClr val="544F4B"/>
                </a:solidFill>
                <a:effectLst/>
                <a:uFillTx/>
                <a:latin typeface="Arial"/>
              </a:rPr>
              <a:t> </a:t>
            </a:r>
            <a:r>
              <a:rPr lang="en-US" sz="1150" b="0" u="none" strike="noStrike">
                <a:solidFill>
                  <a:srgbClr val="938E89"/>
                </a:solidFill>
                <a:effectLst/>
                <a:uFillTx/>
                <a:latin typeface="Arial"/>
              </a:rPr>
              <a:t>,</a:t>
            </a:r>
            <a:r>
              <a:rPr lang="en-US" sz="1150" b="0" u="none" spc="-45" strike="noStrike">
                <a:solidFill>
                  <a:srgbClr val="938E89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544F4B"/>
                </a:solidFill>
                <a:effectLst/>
                <a:uFillTx/>
                <a:latin typeface="Arial"/>
              </a:rPr>
              <a:t>exporting</a:t>
            </a:r>
            <a:r>
              <a:rPr lang="en-US" sz="1250" b="0" u="none" spc="-139" strike="noStrike">
                <a:solidFill>
                  <a:srgbClr val="544F4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544F4B"/>
                </a:solidFill>
                <a:effectLst/>
                <a:uFillTx/>
                <a:latin typeface="Arial"/>
              </a:rPr>
              <a:t>fro</a:t>
            </a:r>
            <a:r>
              <a:rPr lang="en-US" sz="1250" b="0" u="none" strike="noStrike">
                <a:solidFill>
                  <a:srgbClr val="3B3838"/>
                </a:solidFill>
                <a:effectLst/>
                <a:uFillTx/>
                <a:latin typeface="Arial"/>
              </a:rPr>
              <a:t>z</a:t>
            </a:r>
            <a:r>
              <a:rPr lang="en-US" sz="1250" b="0" u="none" strike="noStrike">
                <a:solidFill>
                  <a:srgbClr val="544F4B"/>
                </a:solidFill>
                <a:effectLst/>
                <a:uFillTx/>
                <a:latin typeface="Arial"/>
              </a:rPr>
              <a:t>en</a:t>
            </a:r>
            <a:r>
              <a:rPr lang="en-US" sz="1250" b="0" u="none" spc="-11" strike="noStrike">
                <a:solidFill>
                  <a:srgbClr val="544F4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645E5B"/>
                </a:solidFill>
                <a:effectLst/>
                <a:uFillTx/>
                <a:latin typeface="Arial"/>
              </a:rPr>
              <a:t>scale</a:t>
            </a:r>
            <a:r>
              <a:rPr lang="en-US" sz="1250" b="0" u="none" spc="-150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trike="noStrike">
                <a:solidFill>
                  <a:srgbClr val="645E5B"/>
                </a:solidFill>
                <a:effectLst/>
                <a:uFillTx/>
                <a:latin typeface="Arial"/>
              </a:rPr>
              <a:t>parameters</a:t>
            </a:r>
            <a:r>
              <a:rPr lang="en-US" sz="1250" b="0" u="none" spc="-51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26" strike="noStrike">
                <a:solidFill>
                  <a:srgbClr val="645E5B"/>
                </a:solidFill>
                <a:effectLst/>
                <a:uFillTx/>
                <a:latin typeface="Arial"/>
              </a:rPr>
              <a:t>to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280">
              <a:lnSpc>
                <a:spcPct val="100000"/>
              </a:lnSpc>
              <a:spcBef>
                <a:spcPts val="456"/>
              </a:spcBef>
            </a:pPr>
            <a:r>
              <a:rPr lang="en-US" sz="1150" b="0" u="none" spc="150" strike="noStrike">
                <a:solidFill>
                  <a:srgbClr val="544F4B"/>
                </a:solidFill>
                <a:effectLst/>
                <a:uFillTx/>
                <a:latin typeface="Arial"/>
              </a:rPr>
              <a:t>Scaler.</a:t>
            </a:r>
            <a:r>
              <a:rPr lang="en-US" sz="1150" b="0" u="none" spc="150" strike="noStrike">
                <a:solidFill>
                  <a:srgbClr val="645E5B"/>
                </a:solidFill>
                <a:effectLst/>
                <a:uFillTx/>
                <a:latin typeface="Arial"/>
              </a:rPr>
              <a:t>pkl</a:t>
            </a:r>
            <a:r>
              <a:rPr lang="en-US" sz="1150" b="0" u="none" spc="471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31" strike="noStrike">
                <a:solidFill>
                  <a:srgbClr val="645E5B"/>
                </a:solidFill>
                <a:effectLst/>
                <a:uFillTx/>
                <a:latin typeface="Arial"/>
              </a:rPr>
              <a:t>so</a:t>
            </a:r>
            <a:r>
              <a:rPr lang="en-US" sz="1250" b="0" u="none" spc="-221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40" strike="noStrike">
                <a:solidFill>
                  <a:srgbClr val="544F4B"/>
                </a:solidFill>
                <a:effectLst/>
                <a:uFillTx/>
                <a:latin typeface="Arial"/>
              </a:rPr>
              <a:t>live </a:t>
            </a:r>
            <a:r>
              <a:rPr lang="en-US" sz="1250" b="0" u="none" spc="40" strike="noStrike">
                <a:solidFill>
                  <a:srgbClr val="645E5B"/>
                </a:solidFill>
                <a:effectLst/>
                <a:uFillTx/>
                <a:latin typeface="Arial"/>
              </a:rPr>
              <a:t>edge</a:t>
            </a:r>
            <a:r>
              <a:rPr lang="en-US" sz="1250" b="0" u="none" spc="-150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40" strike="noStrike">
                <a:solidFill>
                  <a:srgbClr val="645E5B"/>
                </a:solidFill>
                <a:effectLst/>
                <a:uFillTx/>
                <a:latin typeface="Arial"/>
              </a:rPr>
              <a:t>streams stay</a:t>
            </a:r>
            <a:r>
              <a:rPr lang="en-US" sz="1250" b="0" u="none" spc="-150" strike="noStrike">
                <a:solidFill>
                  <a:srgbClr val="645E5B"/>
                </a:solidFill>
                <a:effectLst/>
                <a:uFillTx/>
                <a:latin typeface="Arial"/>
              </a:rPr>
              <a:t> </a:t>
            </a:r>
            <a:r>
              <a:rPr lang="en-US" sz="1250" b="0" u="none" spc="-11" strike="noStrike">
                <a:solidFill>
                  <a:srgbClr val="645E5B"/>
                </a:solidFill>
                <a:effectLst/>
                <a:uFillTx/>
                <a:latin typeface="Arial"/>
              </a:rPr>
              <a:t>norma</a:t>
            </a:r>
            <a:r>
              <a:rPr lang="en-US" sz="1250" b="0" u="none" spc="-11" strike="noStrike">
                <a:solidFill>
                  <a:srgbClr val="3B3838"/>
                </a:solidFill>
                <a:effectLst/>
                <a:uFillTx/>
                <a:latin typeface="Arial"/>
              </a:rPr>
              <a:t>l</a:t>
            </a:r>
            <a:r>
              <a:rPr lang="en-US" sz="1250" b="0" u="none" spc="-11" strike="noStrike">
                <a:solidFill>
                  <a:srgbClr val="807C77"/>
                </a:solidFill>
                <a:effectLst/>
                <a:uFillTx/>
                <a:latin typeface="Arial"/>
              </a:rPr>
              <a:t>i</a:t>
            </a:r>
            <a:r>
              <a:rPr lang="en-US" sz="1250" b="0" u="none" spc="-11" strike="noStrike">
                <a:solidFill>
                  <a:srgbClr val="544F4B"/>
                </a:solidFill>
                <a:effectLst/>
                <a:uFillTx/>
                <a:latin typeface="Arial"/>
              </a:rPr>
              <a:t>zed</a:t>
            </a:r>
            <a:r>
              <a:rPr lang="en-US" sz="1250" b="0" u="none" spc="-11" strike="noStrike">
                <a:solidFill>
                  <a:srgbClr val="807C77"/>
                </a:solidFill>
                <a:effectLst/>
                <a:uFillTx/>
                <a:latin typeface="Arial"/>
              </a:rPr>
              <a:t>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/>
          <p:cNvPicPr/>
          <p:nvPr/>
        </p:nvPicPr>
        <p:blipFill>
          <a:blip r:embed="rId1"/>
          <a:stretch/>
        </p:blipFill>
        <p:spPr>
          <a:xfrm>
            <a:off x="12527280" y="1396800"/>
            <a:ext cx="2692080" cy="68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object 4"/>
          <p:cNvSpPr/>
          <p:nvPr/>
        </p:nvSpPr>
        <p:spPr>
          <a:xfrm>
            <a:off x="238680" y="5625360"/>
            <a:ext cx="360" cy="1740960"/>
          </a:xfrm>
          <a:custGeom>
            <a:avLst/>
            <a:gdLst>
              <a:gd name="textAreaLeft" fmla="*/ 0 w 360"/>
              <a:gd name="textAreaRight" fmla="*/ 720 w 360"/>
              <a:gd name="textAreaTop" fmla="*/ 0 h 1740960"/>
              <a:gd name="textAreaBottom" fmla="*/ 1741320 h 1740960"/>
            </a:gdLst>
            <a:ahLst/>
            <a:cxnLst/>
            <a:rect l="textAreaLeft" t="textAreaTop" r="textAreaRight" b="textAreaBottom"/>
            <a:pathLst>
              <a:path w="0" h="1741170">
                <a:moveTo>
                  <a:pt x="0" y="1741111"/>
                </a:moveTo>
                <a:lnTo>
                  <a:pt x="0" y="0"/>
                </a:lnTo>
              </a:path>
            </a:pathLst>
          </a:custGeom>
          <a:noFill/>
          <a:ln w="954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object 5"/>
          <p:cNvSpPr/>
          <p:nvPr/>
        </p:nvSpPr>
        <p:spPr>
          <a:xfrm>
            <a:off x="591840" y="3042360"/>
            <a:ext cx="360" cy="1913400"/>
          </a:xfrm>
          <a:custGeom>
            <a:avLst/>
            <a:gdLst>
              <a:gd name="textAreaLeft" fmla="*/ 0 w 360"/>
              <a:gd name="textAreaRight" fmla="*/ 720 w 360"/>
              <a:gd name="textAreaTop" fmla="*/ 0 h 1913400"/>
              <a:gd name="textAreaBottom" fmla="*/ 1913760 h 1913400"/>
            </a:gdLst>
            <a:ahLst/>
            <a:cxnLst/>
            <a:rect l="textAreaLeft" t="textAreaTop" r="textAreaRight" b="textAreaBottom"/>
            <a:pathLst>
              <a:path w="0" h="1913889">
                <a:moveTo>
                  <a:pt x="0" y="1913309"/>
                </a:moveTo>
                <a:lnTo>
                  <a:pt x="0" y="0"/>
                </a:lnTo>
              </a:path>
            </a:pathLst>
          </a:custGeom>
          <a:noFill/>
          <a:ln w="38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object 6"/>
          <p:cNvSpPr/>
          <p:nvPr/>
        </p:nvSpPr>
        <p:spPr>
          <a:xfrm>
            <a:off x="4191480" y="5625360"/>
            <a:ext cx="360" cy="1740960"/>
          </a:xfrm>
          <a:custGeom>
            <a:avLst/>
            <a:gdLst>
              <a:gd name="textAreaLeft" fmla="*/ 0 w 360"/>
              <a:gd name="textAreaRight" fmla="*/ 720 w 360"/>
              <a:gd name="textAreaTop" fmla="*/ 0 h 1740960"/>
              <a:gd name="textAreaBottom" fmla="*/ 1741320 h 1740960"/>
            </a:gdLst>
            <a:ahLst/>
            <a:cxnLst/>
            <a:rect l="textAreaLeft" t="textAreaTop" r="textAreaRight" b="textAreaBottom"/>
            <a:pathLst>
              <a:path w="0" h="1741170">
                <a:moveTo>
                  <a:pt x="0" y="1741111"/>
                </a:moveTo>
                <a:lnTo>
                  <a:pt x="0" y="0"/>
                </a:lnTo>
              </a:path>
            </a:pathLst>
          </a:custGeom>
          <a:noFill/>
          <a:ln w="9548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object 7"/>
          <p:cNvSpPr/>
          <p:nvPr/>
        </p:nvSpPr>
        <p:spPr>
          <a:xfrm>
            <a:off x="5060520" y="3042360"/>
            <a:ext cx="360" cy="1913400"/>
          </a:xfrm>
          <a:custGeom>
            <a:avLst/>
            <a:gdLst>
              <a:gd name="textAreaLeft" fmla="*/ 0 w 360"/>
              <a:gd name="textAreaRight" fmla="*/ 720 w 360"/>
              <a:gd name="textAreaTop" fmla="*/ 0 h 1913400"/>
              <a:gd name="textAreaBottom" fmla="*/ 1913760 h 1913400"/>
            </a:gdLst>
            <a:ahLst/>
            <a:cxnLst/>
            <a:rect l="textAreaLeft" t="textAreaTop" r="textAreaRight" b="textAreaBottom"/>
            <a:pathLst>
              <a:path w="0" h="1913889">
                <a:moveTo>
                  <a:pt x="0" y="1913309"/>
                </a:moveTo>
                <a:lnTo>
                  <a:pt x="0" y="0"/>
                </a:lnTo>
              </a:path>
            </a:pathLst>
          </a:custGeom>
          <a:noFill/>
          <a:ln w="38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object 8"/>
          <p:cNvSpPr/>
          <p:nvPr/>
        </p:nvSpPr>
        <p:spPr>
          <a:xfrm>
            <a:off x="8822520" y="3960720"/>
            <a:ext cx="802440" cy="360"/>
          </a:xfrm>
          <a:custGeom>
            <a:avLst/>
            <a:gdLst>
              <a:gd name="textAreaLeft" fmla="*/ 0 w 802440"/>
              <a:gd name="textAreaRight" fmla="*/ 802800 w 802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802640" h="0">
                <a:moveTo>
                  <a:pt x="0" y="0"/>
                </a:moveTo>
                <a:lnTo>
                  <a:pt x="802045" y="0"/>
                </a:lnTo>
              </a:path>
            </a:pathLst>
          </a:custGeom>
          <a:noFill/>
          <a:ln w="28699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object 9"/>
          <p:cNvSpPr/>
          <p:nvPr/>
        </p:nvSpPr>
        <p:spPr>
          <a:xfrm>
            <a:off x="4010400" y="3960720"/>
            <a:ext cx="802440" cy="360"/>
          </a:xfrm>
          <a:custGeom>
            <a:avLst/>
            <a:gdLst>
              <a:gd name="textAreaLeft" fmla="*/ 0 w 802440"/>
              <a:gd name="textAreaRight" fmla="*/ 802800 w 802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802639" h="0">
                <a:moveTo>
                  <a:pt x="0" y="0"/>
                </a:moveTo>
                <a:lnTo>
                  <a:pt x="802045" y="0"/>
                </a:lnTo>
              </a:path>
            </a:pathLst>
          </a:custGeom>
          <a:noFill/>
          <a:ln w="28699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object 10"/>
          <p:cNvSpPr/>
          <p:nvPr/>
        </p:nvSpPr>
        <p:spPr>
          <a:xfrm>
            <a:off x="223920" y="685800"/>
            <a:ext cx="116928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200" b="0" u="none" spc="-11" strike="noStrike">
                <a:solidFill>
                  <a:srgbClr val="8C8A85"/>
                </a:solidFill>
                <a:effectLst/>
                <a:uFillTx/>
                <a:latin typeface="Courier New"/>
              </a:rPr>
              <a:t>ARCHITECTURE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08800" y="963360"/>
            <a:ext cx="5956560" cy="1874160"/>
          </a:xfrm>
          <a:prstGeom prst="rect">
            <a:avLst/>
          </a:prstGeom>
          <a:noFill/>
          <a:ln w="0">
            <a:noFill/>
          </a:ln>
        </p:spPr>
        <p:txBody>
          <a:bodyPr lIns="0" tIns="14760" rIns="0" bIns="0" anchor="t">
            <a:spAutoFit/>
          </a:bodyPr>
          <a:p>
            <a:pPr marL="12600" indent="0" algn="l">
              <a:lnSpc>
                <a:spcPts val="4450"/>
              </a:lnSpc>
              <a:spcBef>
                <a:spcPts val="113"/>
              </a:spcBef>
              <a:buNone/>
            </a:pPr>
            <a:r>
              <a:rPr lang="en-US" sz="3900" b="1" u="none" spc="130" strike="noStrike">
                <a:solidFill>
                  <a:srgbClr val="23232D"/>
                </a:solidFill>
                <a:effectLst/>
                <a:uFillTx/>
                <a:latin typeface="Arial"/>
              </a:rPr>
              <a:t>Ultra-</a:t>
            </a:r>
            <a:r>
              <a:rPr lang="en-US" sz="3900" b="1" u="none" spc="125" strike="noStrike">
                <a:solidFill>
                  <a:srgbClr val="23232D"/>
                </a:solidFill>
                <a:effectLst/>
                <a:uFillTx/>
                <a:latin typeface="Arial"/>
              </a:rPr>
              <a:t>lightweight,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0680" indent="0" algn="l">
              <a:lnSpc>
                <a:spcPts val="4450"/>
              </a:lnSpc>
              <a:buNone/>
            </a:pPr>
            <a:r>
              <a:rPr lang="en-US" sz="3900" b="1" u="none" spc="65" strike="noStrike">
                <a:solidFill>
                  <a:srgbClr val="23232D"/>
                </a:solidFill>
                <a:effectLst/>
                <a:uFillTx/>
                <a:latin typeface="Arial"/>
              </a:rPr>
              <a:t>zero-</a:t>
            </a:r>
            <a:r>
              <a:rPr lang="en-US" sz="3900" b="1" u="none" spc="74" strike="noStrike">
                <a:solidFill>
                  <a:srgbClr val="23232D"/>
                </a:solidFill>
                <a:effectLst/>
                <a:uFillTx/>
                <a:latin typeface="Arial"/>
              </a:rPr>
              <a:t>cloud</a:t>
            </a:r>
            <a:r>
              <a:rPr lang="en-US" sz="3900" b="1" u="none" spc="85" strike="noStrike">
                <a:solidFill>
                  <a:srgbClr val="23232D"/>
                </a:solidFill>
                <a:effectLst/>
                <a:uFillTx/>
                <a:latin typeface="Arial"/>
              </a:rPr>
              <a:t> </a:t>
            </a:r>
            <a:r>
              <a:rPr lang="en-US" sz="3900" b="1" u="none" spc="91" strike="noStrike">
                <a:solidFill>
                  <a:srgbClr val="23232D"/>
                </a:solidFill>
                <a:effectLst/>
                <a:uFillTx/>
                <a:latin typeface="Arial"/>
              </a:rPr>
              <a:t>architecture.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6" name="object 12"/>
          <p:cNvSpPr/>
          <p:nvPr/>
        </p:nvSpPr>
        <p:spPr>
          <a:xfrm>
            <a:off x="14367600" y="1065240"/>
            <a:ext cx="8103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850" b="0" u="none" spc="91" strike="noStrike">
                <a:solidFill>
                  <a:srgbClr val="8C8A85"/>
                </a:solidFill>
                <a:effectLst/>
                <a:uFillTx/>
                <a:latin typeface="Arial"/>
              </a:rPr>
              <a:t>FOOTPR1NT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object 13"/>
          <p:cNvSpPr/>
          <p:nvPr/>
        </p:nvSpPr>
        <p:spPr>
          <a:xfrm>
            <a:off x="13951800" y="2273400"/>
            <a:ext cx="1252440" cy="58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339840" indent="-326880">
              <a:lnSpc>
                <a:spcPct val="114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On-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disk binary of</a:t>
            </a:r>
            <a:r>
              <a:rPr lang="en-US" sz="1100" b="0" u="none" spc="65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26" strike="noStrike">
                <a:solidFill>
                  <a:srgbClr val="9E9C9C"/>
                </a:solidFill>
                <a:effectLst/>
                <a:uFillTx/>
                <a:latin typeface="Arial"/>
              </a:rPr>
              <a:t>the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trained artifact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object 14"/>
          <p:cNvSpPr/>
          <p:nvPr/>
        </p:nvSpPr>
        <p:spPr>
          <a:xfrm>
            <a:off x="908640" y="3262320"/>
            <a:ext cx="60732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800" b="0" u="none" strike="noStrike">
                <a:solidFill>
                  <a:srgbClr val="9E9C9C"/>
                </a:solidFill>
                <a:effectLst/>
                <a:uFillTx/>
                <a:latin typeface="Arial"/>
              </a:rPr>
              <a:t>STAGE</a:t>
            </a:r>
            <a:r>
              <a:rPr lang="en-US" sz="800" b="0" u="none" spc="201" strike="noStrike">
                <a:solidFill>
                  <a:srgbClr val="9E9C9C"/>
                </a:solidFill>
                <a:effectLst/>
                <a:uFillTx/>
                <a:latin typeface="Arial"/>
              </a:rPr>
              <a:t>  </a:t>
            </a:r>
            <a:r>
              <a:rPr lang="en-US" sz="800" b="0" u="none" spc="-26" strike="noStrike">
                <a:solidFill>
                  <a:srgbClr val="9E9C9C"/>
                </a:solidFill>
                <a:effectLst/>
                <a:uFillTx/>
                <a:latin typeface="Arial"/>
              </a:rPr>
              <a:t>81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object 15"/>
          <p:cNvSpPr/>
          <p:nvPr/>
        </p:nvSpPr>
        <p:spPr>
          <a:xfrm>
            <a:off x="2985840" y="4111560"/>
            <a:ext cx="28800" cy="191520"/>
          </a:xfrm>
          <a:custGeom>
            <a:avLst/>
            <a:gdLst>
              <a:gd name="textAreaLeft" fmla="*/ 0 w 28800"/>
              <a:gd name="textAreaRight" fmla="*/ 29160 w 28800"/>
              <a:gd name="textAreaTop" fmla="*/ 0 h 191520"/>
              <a:gd name="textAreaBottom" fmla="*/ 191880 h 191520"/>
            </a:gdLst>
            <a:ahLst/>
            <a:cxnLst/>
            <a:rect l="textAreaLeft" t="textAreaTop" r="textAreaRight" b="textAreaBottom"/>
            <a:pathLst>
              <a:path w="29210" h="191770">
                <a:moveTo>
                  <a:pt x="28644" y="191418"/>
                </a:moveTo>
                <a:lnTo>
                  <a:pt x="0" y="191418"/>
                </a:lnTo>
                <a:lnTo>
                  <a:pt x="0" y="0"/>
                </a:lnTo>
                <a:lnTo>
                  <a:pt x="28644" y="0"/>
                </a:lnTo>
                <a:lnTo>
                  <a:pt x="28644" y="191418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object 16"/>
          <p:cNvSpPr/>
          <p:nvPr/>
        </p:nvSpPr>
        <p:spPr>
          <a:xfrm>
            <a:off x="902160" y="3492000"/>
            <a:ext cx="2671200" cy="8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7640">
              <a:lnSpc>
                <a:spcPct val="100000"/>
              </a:lnSpc>
              <a:spcBef>
                <a:spcPts val="105"/>
              </a:spcBef>
            </a:pPr>
            <a:r>
              <a:rPr lang="en-US" sz="1700" b="1" u="none" strike="noStrike">
                <a:solidFill>
                  <a:srgbClr val="23232D"/>
                </a:solidFill>
                <a:effectLst/>
                <a:uFillTx/>
                <a:latin typeface="Arial"/>
              </a:rPr>
              <a:t>Raw</a:t>
            </a:r>
            <a:r>
              <a:rPr lang="en-US" sz="1700" b="1" u="none" spc="-54" strike="noStrike">
                <a:solidFill>
                  <a:srgbClr val="23232D"/>
                </a:solidFill>
                <a:effectLst/>
                <a:uFillTx/>
                <a:latin typeface="Arial"/>
              </a:rPr>
              <a:t> </a:t>
            </a:r>
            <a:r>
              <a:rPr lang="en-US" sz="1700" b="1" u="none" spc="40" strike="noStrike">
                <a:solidFill>
                  <a:srgbClr val="23232D"/>
                </a:solidFill>
                <a:effectLst/>
                <a:uFillTx/>
                <a:latin typeface="Arial"/>
              </a:rPr>
              <a:t>telemetry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800" indent="-7560">
              <a:lnSpc>
                <a:spcPct val="125000"/>
              </a:lnSpc>
              <a:spcBef>
                <a:spcPts val="785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Five</a:t>
            </a:r>
            <a:r>
              <a:rPr lang="en-US" sz="1100" b="0" u="none" spc="-11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sensor</a:t>
            </a:r>
            <a:r>
              <a:rPr lang="en-US" sz="1100" b="0" u="none" spc="3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channels</a:t>
            </a:r>
            <a:r>
              <a:rPr lang="en-US" sz="1100" b="0" u="none" spc="-54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stream</a:t>
            </a:r>
            <a:r>
              <a:rPr lang="en-US" sz="1100" b="0" u="none" spc="-60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74" strike="noStrike">
                <a:solidFill>
                  <a:srgbClr val="8C8A85"/>
                </a:solidFill>
                <a:effectLst/>
                <a:uFillTx/>
                <a:latin typeface="Arial"/>
              </a:rPr>
              <a:t>froma</a:t>
            </a:r>
            <a:r>
              <a:rPr lang="en-US" sz="1100" b="0" u="none" spc="-34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single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smart-home</a:t>
            </a:r>
            <a:r>
              <a:rPr lang="en-US" sz="1100" b="0" u="none" spc="-99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device</a:t>
            </a:r>
            <a:r>
              <a:rPr lang="en-US" sz="1100" b="0" u="none" spc="-156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at</a:t>
            </a:r>
            <a:r>
              <a:rPr lang="en-US" sz="1100" b="0" u="none" spc="275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framerate</a:t>
            </a:r>
            <a:r>
              <a:rPr lang="en-US" sz="1100" b="0" u="none" spc="-11" strike="noStrike">
                <a:solidFill>
                  <a:srgbClr val="BCBCBD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object 17"/>
          <p:cNvSpPr/>
          <p:nvPr/>
        </p:nvSpPr>
        <p:spPr>
          <a:xfrm>
            <a:off x="5367600" y="3262320"/>
            <a:ext cx="620640" cy="1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800" b="0" u="none" spc="54" strike="noStrike">
                <a:solidFill>
                  <a:srgbClr val="9E9C9C"/>
                </a:solidFill>
                <a:effectLst/>
                <a:uFillTx/>
                <a:latin typeface="Arial"/>
              </a:rPr>
              <a:t>STAGE</a:t>
            </a:r>
            <a:r>
              <a:rPr lang="en-US" sz="800" b="0" u="none" spc="431" strike="noStrike">
                <a:solidFill>
                  <a:srgbClr val="9E9C9C"/>
                </a:solidFill>
                <a:effectLst/>
                <a:uFillTx/>
                <a:latin typeface="Arial"/>
              </a:rPr>
              <a:t> </a:t>
            </a:r>
            <a:r>
              <a:rPr lang="en-US" sz="800" b="0" u="none" spc="-26" strike="noStrike">
                <a:solidFill>
                  <a:srgbClr val="9E9C9C"/>
                </a:solidFill>
                <a:effectLst/>
                <a:uFillTx/>
                <a:latin typeface="Arial"/>
              </a:rPr>
              <a:t>82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object 18"/>
          <p:cNvSpPr/>
          <p:nvPr/>
        </p:nvSpPr>
        <p:spPr>
          <a:xfrm>
            <a:off x="5370480" y="3501720"/>
            <a:ext cx="30909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6560">
              <a:lnSpc>
                <a:spcPct val="100000"/>
              </a:lnSpc>
              <a:spcBef>
                <a:spcPts val="105"/>
              </a:spcBef>
            </a:pPr>
            <a:r>
              <a:rPr lang="en-US" sz="1700" b="1" u="none" spc="-11" strike="noStrike">
                <a:solidFill>
                  <a:srgbClr val="23232D"/>
                </a:solidFill>
                <a:effectLst/>
                <a:uFillTx/>
                <a:latin typeface="Arial"/>
              </a:rPr>
              <a:t>Stand</a:t>
            </a:r>
            <a:r>
              <a:rPr lang="en-US" sz="1700" b="1" u="none" spc="-11" strike="noStrike">
                <a:solidFill>
                  <a:srgbClr val="23232D"/>
                </a:solidFill>
                <a:effectLst/>
                <a:uFillTx/>
                <a:latin typeface="Arial"/>
              </a:rPr>
              <a:t>ard </a:t>
            </a:r>
            <a:r>
              <a:rPr lang="en-US" sz="1700" b="1" u="none" spc="-11" strike="noStrike">
                <a:solidFill>
                  <a:srgbClr val="23232D"/>
                </a:solidFill>
                <a:effectLst/>
                <a:uFillTx/>
                <a:latin typeface="Arial"/>
              </a:rPr>
              <a:t>Scaler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60" indent="-6480">
              <a:lnSpc>
                <a:spcPct val="122000"/>
              </a:lnSpc>
              <a:spcBef>
                <a:spcPts val="706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77726E"/>
                </a:solidFill>
                <a:effectLst/>
                <a:uFillTx/>
                <a:latin typeface="Arial"/>
              </a:rPr>
              <a:t>F</a:t>
            </a:r>
            <a:r>
              <a:rPr lang="en-US" sz="1100" b="0" u="none" strike="noStrike">
                <a:solidFill>
                  <a:srgbClr val="9E9C9C"/>
                </a:solidFill>
                <a:effectLst/>
                <a:uFillTx/>
                <a:latin typeface="Arial"/>
              </a:rPr>
              <a:t>rozen</a:t>
            </a:r>
            <a:r>
              <a:rPr lang="en-US" sz="1100" b="0" u="none" spc="371" strike="noStrike">
                <a:solidFill>
                  <a:srgbClr val="9E9C9C"/>
                </a:solidFill>
                <a:effectLst/>
                <a:uFillTx/>
                <a:latin typeface="Arial"/>
              </a:rPr>
              <a:t> </a:t>
            </a:r>
            <a:r>
              <a:rPr lang="en-US" sz="1200" b="0" u="none" spc="-201" strike="noStrike">
                <a:solidFill>
                  <a:srgbClr val="8C8A85"/>
                </a:solidFill>
                <a:effectLst/>
                <a:uFillTx/>
                <a:latin typeface="Courier New"/>
              </a:rPr>
              <a:t>scaler.pkl</a:t>
            </a:r>
            <a:r>
              <a:rPr lang="en-US" sz="1200" b="0" u="none" spc="-201" strike="noStrike">
                <a:solidFill>
                  <a:srgbClr val="8C8A85"/>
                </a:solidFill>
                <a:effectLst/>
                <a:uFillTx/>
                <a:latin typeface="Courier New"/>
              </a:rPr>
              <a:t>.</a:t>
            </a:r>
            <a:r>
              <a:rPr lang="en-US" sz="1200" b="0" u="none" spc="-244" strike="noStrike">
                <a:solidFill>
                  <a:srgbClr val="8C8A85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re-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applies</a:t>
            </a:r>
            <a:r>
              <a:rPr lang="en-US" sz="1100" b="0" u="none" spc="-156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the</a:t>
            </a:r>
            <a:r>
              <a:rPr lang="en-US" sz="1100" b="0" u="none" spc="139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same</a:t>
            </a:r>
            <a:r>
              <a:rPr lang="en-US" sz="1100" b="0" u="none" spc="-125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scale</a:t>
            </a:r>
            <a:r>
              <a:rPr lang="en-US" sz="1100" b="0" u="none" spc="-139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26" strike="noStrike">
                <a:solidFill>
                  <a:srgbClr val="8C8A85"/>
                </a:solidFill>
                <a:effectLst/>
                <a:uFillTx/>
                <a:latin typeface="Arial"/>
              </a:rPr>
              <a:t>to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every</a:t>
            </a:r>
            <a:r>
              <a:rPr lang="en-US" sz="1100" b="0" u="none" spc="-136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20" strike="noStrike">
                <a:solidFill>
                  <a:srgbClr val="9E9C9C"/>
                </a:solidFill>
                <a:effectLst/>
                <a:uFillTx/>
                <a:latin typeface="Arial"/>
              </a:rPr>
              <a:t>incoming</a:t>
            </a:r>
            <a:r>
              <a:rPr lang="en-US" sz="1100" b="0" u="none" spc="-136" strike="noStrike">
                <a:solidFill>
                  <a:srgbClr val="9E9C9C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frame.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object 20"/>
          <p:cNvSpPr/>
          <p:nvPr/>
        </p:nvSpPr>
        <p:spPr>
          <a:xfrm>
            <a:off x="2603520" y="6436080"/>
            <a:ext cx="28800" cy="191520"/>
          </a:xfrm>
          <a:custGeom>
            <a:avLst/>
            <a:gdLst>
              <a:gd name="textAreaLeft" fmla="*/ 0 w 28800"/>
              <a:gd name="textAreaRight" fmla="*/ 29160 w 28800"/>
              <a:gd name="textAreaTop" fmla="*/ 0 h 191520"/>
              <a:gd name="textAreaBottom" fmla="*/ 191880 h 191520"/>
            </a:gdLst>
            <a:ahLst/>
            <a:cxnLst/>
            <a:rect l="textAreaLeft" t="textAreaTop" r="textAreaRight" b="textAreaBottom"/>
            <a:pathLst>
              <a:path w="29210" h="191770">
                <a:moveTo>
                  <a:pt x="28644" y="191418"/>
                </a:moveTo>
                <a:lnTo>
                  <a:pt x="0" y="191418"/>
                </a:lnTo>
                <a:lnTo>
                  <a:pt x="0" y="0"/>
                </a:lnTo>
                <a:lnTo>
                  <a:pt x="28644" y="0"/>
                </a:lnTo>
                <a:lnTo>
                  <a:pt x="28644" y="191418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object 21"/>
          <p:cNvSpPr/>
          <p:nvPr/>
        </p:nvSpPr>
        <p:spPr>
          <a:xfrm>
            <a:off x="550800" y="5571360"/>
            <a:ext cx="2923920" cy="12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0480" rIns="0" bIns="0" anchor="t">
            <a:spAutoFit/>
          </a:bodyPr>
          <a:p>
            <a:pPr marL="12600">
              <a:lnSpc>
                <a:spcPct val="100000"/>
              </a:lnSpc>
              <a:spcBef>
                <a:spcPts val="476"/>
              </a:spcBef>
            </a:pPr>
            <a:r>
              <a:rPr lang="en-US" sz="850" b="0" u="none" spc="40" strike="noStrike">
                <a:solidFill>
                  <a:srgbClr val="9E9C9C"/>
                </a:solidFill>
                <a:effectLst/>
                <a:uFillTx/>
                <a:latin typeface="Arial"/>
              </a:rPr>
              <a:t>ALGORITHH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360">
              <a:lnSpc>
                <a:spcPct val="100000"/>
              </a:lnSpc>
              <a:spcBef>
                <a:spcPts val="689"/>
              </a:spcBef>
            </a:pPr>
            <a:r>
              <a:rPr lang="en-US" sz="1550" b="1" u="none" strike="noStrike">
                <a:solidFill>
                  <a:srgbClr val="2F1A18"/>
                </a:solidFill>
                <a:effectLst/>
                <a:uFillTx/>
                <a:latin typeface="Arial"/>
              </a:rPr>
              <a:t>Iso</a:t>
            </a:r>
            <a:r>
              <a:rPr lang="en-US" sz="1550" b="1" u="none" strike="noStrike">
                <a:solidFill>
                  <a:srgbClr val="072149"/>
                </a:solidFill>
                <a:effectLst/>
                <a:uFillTx/>
                <a:latin typeface="Arial"/>
              </a:rPr>
              <a:t>l</a:t>
            </a:r>
            <a:r>
              <a:rPr lang="en-US" sz="1550" b="1" u="none" strike="noStrike">
                <a:solidFill>
                  <a:srgbClr val="23232D"/>
                </a:solidFill>
                <a:effectLst/>
                <a:uFillTx/>
                <a:latin typeface="Arial"/>
              </a:rPr>
              <a:t>at</a:t>
            </a:r>
            <a:r>
              <a:rPr lang="en-US" sz="1550" b="1" u="none" strike="noStrike">
                <a:solidFill>
                  <a:srgbClr val="3F082A"/>
                </a:solidFill>
                <a:effectLst/>
                <a:uFillTx/>
                <a:latin typeface="Arial"/>
              </a:rPr>
              <a:t>i</a:t>
            </a:r>
            <a:r>
              <a:rPr lang="en-US" sz="1550" b="1" u="none" strike="noStrike">
                <a:solidFill>
                  <a:srgbClr val="23232D"/>
                </a:solidFill>
                <a:effectLst/>
                <a:uFillTx/>
                <a:latin typeface="Arial"/>
              </a:rPr>
              <a:t>on</a:t>
            </a:r>
            <a:r>
              <a:rPr lang="en-US" sz="1550" b="1" u="none" spc="286" strike="noStrike">
                <a:solidFill>
                  <a:srgbClr val="23232D"/>
                </a:solidFill>
                <a:effectLst/>
                <a:uFillTx/>
                <a:latin typeface="Arial"/>
              </a:rPr>
              <a:t> </a:t>
            </a:r>
            <a:r>
              <a:rPr lang="en-US" sz="1550" b="1" u="none" spc="-11" strike="noStrike">
                <a:solidFill>
                  <a:srgbClr val="23232D"/>
                </a:solidFill>
                <a:effectLst/>
                <a:uFillTx/>
                <a:latin typeface="Arial"/>
              </a:rPr>
              <a:t>Forest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320" indent="-2520">
              <a:lnSpc>
                <a:spcPct val="128000"/>
              </a:lnSpc>
              <a:spcBef>
                <a:spcPts val="706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Unsupervised</a:t>
            </a:r>
            <a:r>
              <a:rPr lang="en-US" sz="1100" b="0" u="none" spc="145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ensemble.</a:t>
            </a:r>
            <a:r>
              <a:rPr lang="en-US" sz="1100" b="0" u="none" spc="275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trainedentirely</a:t>
            </a:r>
            <a:r>
              <a:rPr lang="en-US" sz="1100" b="0" u="none" spc="156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20" strike="noStrike">
                <a:solidFill>
                  <a:srgbClr val="8C8A85"/>
                </a:solidFill>
                <a:effectLst/>
                <a:uFillTx/>
                <a:latin typeface="Arial"/>
              </a:rPr>
              <a:t>from </a:t>
            </a:r>
            <a:r>
              <a:rPr lang="en-US" sz="1100" b="0" u="none" spc="31" strike="noStrike">
                <a:solidFill>
                  <a:srgbClr val="8C8A85"/>
                </a:solidFill>
                <a:effectLst/>
                <a:uFillTx/>
                <a:latin typeface="Arial"/>
              </a:rPr>
              <a:t>scratch</a:t>
            </a:r>
            <a:r>
              <a:rPr lang="en-US" sz="1100" b="0" u="none" spc="-184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31" strike="noStrike">
                <a:solidFill>
                  <a:srgbClr val="645D56"/>
                </a:solidFill>
                <a:effectLst/>
                <a:uFillTx/>
                <a:latin typeface="Arial"/>
              </a:rPr>
              <a:t>-</a:t>
            </a:r>
            <a:r>
              <a:rPr lang="en-US" sz="1100" b="0" u="none" spc="374" strike="noStrike">
                <a:solidFill>
                  <a:srgbClr val="645D56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51" strike="noStrike">
                <a:solidFill>
                  <a:srgbClr val="8C8A85"/>
                </a:solidFill>
                <a:effectLst/>
                <a:uFillTx/>
                <a:latin typeface="Arial"/>
              </a:rPr>
              <a:t>no</a:t>
            </a:r>
            <a:r>
              <a:rPr lang="en-US" sz="1100" b="0" u="none" spc="-119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31" strike="noStrike">
                <a:solidFill>
                  <a:srgbClr val="8C8A85"/>
                </a:solidFill>
                <a:effectLst/>
                <a:uFillTx/>
                <a:latin typeface="Arial"/>
              </a:rPr>
              <a:t>pretralned</a:t>
            </a:r>
            <a:r>
              <a:rPr lang="en-US" sz="1100" b="0" u="none" spc="-113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20" strike="noStrike">
                <a:solidFill>
                  <a:srgbClr val="8C8A85"/>
                </a:solidFill>
                <a:effectLst/>
                <a:uFillTx/>
                <a:latin typeface="Arial"/>
              </a:rPr>
              <a:t>weights</a:t>
            </a:r>
            <a:r>
              <a:rPr lang="en-US" sz="1100" b="0" u="none" spc="20" strike="noStrike">
                <a:solidFill>
                  <a:srgbClr val="AAACAF"/>
                </a:solidFill>
                <a:effectLst/>
                <a:uFillTx/>
                <a:latin typeface="Arial"/>
              </a:rPr>
              <a:t>.</a:t>
            </a:r>
            <a:r>
              <a:rPr lang="en-US" sz="1100" b="0" u="none" spc="-139" strike="noStrike">
                <a:solidFill>
                  <a:srgbClr val="AAACAF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31" strike="noStrike">
                <a:solidFill>
                  <a:srgbClr val="8C8A85"/>
                </a:solidFill>
                <a:effectLst/>
                <a:uFillTx/>
                <a:latin typeface="Arial"/>
              </a:rPr>
              <a:t>no</a:t>
            </a:r>
            <a:r>
              <a:rPr lang="en-US" sz="1100" b="0" u="none" spc="-74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labels required.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object 22"/>
          <p:cNvSpPr/>
          <p:nvPr/>
        </p:nvSpPr>
        <p:spPr>
          <a:xfrm>
            <a:off x="4568760" y="4238280"/>
            <a:ext cx="171720" cy="360"/>
          </a:xfrm>
          <a:custGeom>
            <a:avLst/>
            <a:gdLst>
              <a:gd name="textAreaLeft" fmla="*/ 0 w 171720"/>
              <a:gd name="textAreaRight" fmla="*/ 172080 w 1717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2085" h="0">
                <a:moveTo>
                  <a:pt x="0" y="0"/>
                </a:moveTo>
                <a:lnTo>
                  <a:pt x="171866" y="0"/>
                </a:lnTo>
              </a:path>
            </a:pathLst>
          </a:custGeom>
          <a:noFill/>
          <a:ln w="12755">
            <a:solidFill>
              <a:srgbClr val="232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object 23"/>
          <p:cNvSpPr/>
          <p:nvPr/>
        </p:nvSpPr>
        <p:spPr>
          <a:xfrm>
            <a:off x="4555800" y="3409200"/>
            <a:ext cx="2764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6400" b="0" u="none" spc="-320" strike="noStrike">
                <a:solidFill>
                  <a:srgbClr val="23232D"/>
                </a:solidFill>
                <a:effectLst/>
                <a:uFillTx/>
                <a:latin typeface="Arial"/>
              </a:rPr>
              <a:t>•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object 24"/>
          <p:cNvSpPr/>
          <p:nvPr/>
        </p:nvSpPr>
        <p:spPr>
          <a:xfrm>
            <a:off x="9380880" y="4238280"/>
            <a:ext cx="171720" cy="360"/>
          </a:xfrm>
          <a:custGeom>
            <a:avLst/>
            <a:gdLst>
              <a:gd name="textAreaLeft" fmla="*/ 0 w 171720"/>
              <a:gd name="textAreaRight" fmla="*/ 172080 w 17172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2084" h="0">
                <a:moveTo>
                  <a:pt x="0" y="0"/>
                </a:moveTo>
                <a:lnTo>
                  <a:pt x="171866" y="0"/>
                </a:lnTo>
              </a:path>
            </a:pathLst>
          </a:custGeom>
          <a:noFill/>
          <a:ln w="12755">
            <a:solidFill>
              <a:srgbClr val="232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object 25"/>
          <p:cNvSpPr/>
          <p:nvPr/>
        </p:nvSpPr>
        <p:spPr>
          <a:xfrm>
            <a:off x="9368280" y="3409200"/>
            <a:ext cx="27648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840" rIns="0" bIns="0" anchor="t">
            <a:spAutoFit/>
          </a:bodyPr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6400" b="0" u="none" spc="-320" strike="noStrike">
                <a:solidFill>
                  <a:srgbClr val="23232D"/>
                </a:solidFill>
                <a:effectLst/>
                <a:uFillTx/>
                <a:latin typeface="Arial"/>
              </a:rPr>
              <a:t>•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object 26"/>
          <p:cNvSpPr/>
          <p:nvPr/>
        </p:nvSpPr>
        <p:spPr>
          <a:xfrm>
            <a:off x="10193760" y="3954240"/>
            <a:ext cx="3581640" cy="1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object 29"/>
          <p:cNvSpPr/>
          <p:nvPr/>
        </p:nvSpPr>
        <p:spPr>
          <a:xfrm>
            <a:off x="5737320" y="6436080"/>
            <a:ext cx="38520" cy="191520"/>
          </a:xfrm>
          <a:custGeom>
            <a:avLst/>
            <a:gdLst>
              <a:gd name="textAreaLeft" fmla="*/ 0 w 38520"/>
              <a:gd name="textAreaRight" fmla="*/ 38880 w 38520"/>
              <a:gd name="textAreaTop" fmla="*/ 0 h 191520"/>
              <a:gd name="textAreaBottom" fmla="*/ 191880 h 191520"/>
            </a:gdLst>
            <a:ahLst/>
            <a:cxnLst/>
            <a:rect l="textAreaLeft" t="textAreaTop" r="textAreaRight" b="textAreaBottom"/>
            <a:pathLst>
              <a:path w="38735" h="191770">
                <a:moveTo>
                  <a:pt x="38192" y="191418"/>
                </a:moveTo>
                <a:lnTo>
                  <a:pt x="0" y="191418"/>
                </a:lnTo>
                <a:lnTo>
                  <a:pt x="0" y="0"/>
                </a:lnTo>
                <a:lnTo>
                  <a:pt x="38192" y="0"/>
                </a:lnTo>
                <a:lnTo>
                  <a:pt x="38192" y="191418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object 30"/>
          <p:cNvSpPr/>
          <p:nvPr/>
        </p:nvSpPr>
        <p:spPr>
          <a:xfrm>
            <a:off x="4512240" y="5571360"/>
            <a:ext cx="296820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60480" rIns="0" bIns="0" anchor="t">
            <a:spAutoFit/>
          </a:bodyPr>
          <a:p>
            <a:pPr marL="14040">
              <a:lnSpc>
                <a:spcPct val="100000"/>
              </a:lnSpc>
              <a:spcBef>
                <a:spcPts val="476"/>
              </a:spcBef>
            </a:pPr>
            <a:r>
              <a:rPr lang="en-US" sz="85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FOOTPRINT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760">
              <a:lnSpc>
                <a:spcPct val="100000"/>
              </a:lnSpc>
              <a:spcBef>
                <a:spcPts val="689"/>
              </a:spcBef>
              <a:tabLst>
                <a:tab pos="640080" algn="l"/>
              </a:tabLst>
            </a:pPr>
            <a:r>
              <a:rPr lang="en-US" sz="1550" b="1" u="none" spc="-26" strike="noStrike">
                <a:solidFill>
                  <a:srgbClr val="23232D"/>
                </a:solidFill>
                <a:effectLst/>
                <a:uFillTx/>
                <a:latin typeface="Arial"/>
              </a:rPr>
              <a:t>200 </a:t>
            </a:r>
            <a:r>
              <a:rPr lang="en-US" sz="1550" b="1" u="none" strike="noStrike">
                <a:solidFill>
                  <a:srgbClr val="23232D"/>
                </a:solidFill>
                <a:effectLst/>
                <a:uFillTx/>
                <a:latin typeface="Arial"/>
              </a:rPr>
              <a:t>kB</a:t>
            </a:r>
            <a:r>
              <a:rPr lang="en-US" sz="1550" b="1" u="none" spc="-40" strike="noStrike">
                <a:solidFill>
                  <a:srgbClr val="23232D"/>
                </a:solidFill>
                <a:effectLst/>
                <a:uFillTx/>
                <a:latin typeface="Arial"/>
              </a:rPr>
              <a:t> </a:t>
            </a:r>
            <a:r>
              <a:rPr lang="en-US" sz="1550" b="1" u="none" spc="40" strike="noStrike">
                <a:solidFill>
                  <a:srgbClr val="23232D"/>
                </a:solidFill>
                <a:effectLst/>
                <a:uFillTx/>
                <a:latin typeface="Arial"/>
              </a:rPr>
              <a:t>b</a:t>
            </a:r>
            <a:r>
              <a:rPr lang="en-US" sz="1550" b="1" u="none" spc="40" strike="noStrike">
                <a:solidFill>
                  <a:srgbClr val="160C56"/>
                </a:solidFill>
                <a:effectLst/>
                <a:uFillTx/>
                <a:latin typeface="Arial"/>
              </a:rPr>
              <a:t>i</a:t>
            </a:r>
            <a:r>
              <a:rPr lang="en-US" sz="1550" b="1" u="none" spc="40" strike="noStrike">
                <a:solidFill>
                  <a:srgbClr val="23232D"/>
                </a:solidFill>
                <a:effectLst/>
                <a:uFillTx/>
                <a:latin typeface="Arial"/>
              </a:rPr>
              <a:t>nary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indent="52560">
              <a:lnSpc>
                <a:spcPct val="131000"/>
              </a:lnSpc>
              <a:spcBef>
                <a:spcPts val="666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anomaly</a:t>
            </a:r>
            <a:r>
              <a:rPr lang="en-US" sz="1100" b="0" u="none" spc="-159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77726E"/>
                </a:solidFill>
                <a:effectLst/>
                <a:uFillTx/>
                <a:latin typeface="Arial"/>
              </a:rPr>
              <a:t>model.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pkl</a:t>
            </a:r>
            <a:r>
              <a:rPr lang="en-US" sz="1100" b="0" u="none" spc="340" strike="noStrike">
                <a:solidFill>
                  <a:srgbClr val="8C8A85"/>
                </a:solidFill>
                <a:effectLst/>
                <a:uFillTx/>
                <a:latin typeface="Arial"/>
              </a:rPr>
              <a:t>  </a:t>
            </a:r>
            <a:r>
              <a:rPr lang="en-US" sz="1100" b="0" u="none" strike="noStrike">
                <a:solidFill>
                  <a:srgbClr val="9E9C9C"/>
                </a:solidFill>
                <a:effectLst/>
                <a:uFillTx/>
                <a:latin typeface="Arial"/>
              </a:rPr>
              <a:t>ls</a:t>
            </a:r>
            <a:r>
              <a:rPr lang="en-US" sz="1100" b="0" u="none" spc="74" strike="noStrike">
                <a:solidFill>
                  <a:srgbClr val="9E9C9C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small enough</a:t>
            </a:r>
            <a:r>
              <a:rPr lang="en-US" sz="1100" b="0" u="none" spc="-145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to</a:t>
            </a:r>
            <a:r>
              <a:rPr lang="en-US" sz="1100" b="0" u="none" spc="5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51" strike="noStrike">
                <a:solidFill>
                  <a:srgbClr val="8C8A85"/>
                </a:solidFill>
                <a:effectLst/>
                <a:uFillTx/>
                <a:latin typeface="Arial"/>
              </a:rPr>
              <a:t>live i</a:t>
            </a:r>
            <a:r>
              <a:rPr lang="en-US" sz="1100" b="0" u="none" spc="-20" strike="noStrike">
                <a:solidFill>
                  <a:srgbClr val="9E9C9C"/>
                </a:solidFill>
                <a:effectLst/>
                <a:uFillTx/>
                <a:latin typeface="Arial"/>
              </a:rPr>
              <a:t>n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MCU on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board</a:t>
            </a:r>
            <a:r>
              <a:rPr lang="en-US" sz="1100" b="0" u="none" spc="105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flash</a:t>
            </a:r>
            <a:r>
              <a:rPr lang="en-US" sz="1100" b="0" u="none" spc="-11" strike="noStrike">
                <a:solidFill>
                  <a:srgbClr val="AAACAF"/>
                </a:solidFill>
                <a:effectLst/>
                <a:uFillTx/>
                <a:latin typeface="Arial"/>
              </a:rPr>
              <a:t>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object 31"/>
          <p:cNvSpPr/>
          <p:nvPr/>
        </p:nvSpPr>
        <p:spPr>
          <a:xfrm>
            <a:off x="8118720" y="5835960"/>
            <a:ext cx="2175120" cy="98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9080">
              <a:lnSpc>
                <a:spcPct val="100000"/>
              </a:lnSpc>
              <a:spcBef>
                <a:spcPts val="105"/>
              </a:spcBef>
            </a:pPr>
            <a:r>
              <a:rPr lang="en-US" sz="1550" b="1" u="none" spc="51" strike="noStrike">
                <a:solidFill>
                  <a:srgbClr val="23232D"/>
                </a:solidFill>
                <a:effectLst/>
                <a:uFillTx/>
                <a:latin typeface="Arial"/>
              </a:rPr>
              <a:t>edge_inference.py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560" indent="-4320">
              <a:lnSpc>
                <a:spcPct val="125000"/>
              </a:lnSpc>
              <a:spcBef>
                <a:spcPts val="740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9E9C9C"/>
                </a:solidFill>
                <a:effectLst/>
                <a:uFillTx/>
                <a:latin typeface="Arial"/>
              </a:rPr>
              <a:t>Independent</a:t>
            </a:r>
            <a:r>
              <a:rPr lang="en-US" sz="1100" b="0" u="none" spc="476" strike="noStrike">
                <a:solidFill>
                  <a:srgbClr val="9E9C9C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trike="noStrike">
                <a:solidFill>
                  <a:srgbClr val="9E9C9C"/>
                </a:solidFill>
                <a:effectLst/>
                <a:uFillTx/>
                <a:latin typeface="Arial"/>
              </a:rPr>
              <a:t>Inference</a:t>
            </a:r>
            <a:r>
              <a:rPr lang="en-US" sz="1100" b="0" u="none" strike="noStrike">
                <a:solidFill>
                  <a:srgbClr val="8C8A85"/>
                </a:solidFill>
                <a:effectLst/>
                <a:uFillTx/>
                <a:latin typeface="Arial"/>
              </a:rPr>
              <a:t>script</a:t>
            </a:r>
            <a:r>
              <a:rPr lang="en-US" sz="1100" b="0" u="none" spc="11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74" strike="noStrike">
                <a:solidFill>
                  <a:srgbClr val="8C8A85"/>
                </a:solidFill>
                <a:effectLst/>
                <a:uFillTx/>
                <a:latin typeface="Arial"/>
              </a:rPr>
              <a:t>that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scales</a:t>
            </a:r>
            <a:r>
              <a:rPr lang="en-US" sz="1100" b="0" u="none" spc="-156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and</a:t>
            </a:r>
            <a:r>
              <a:rPr lang="en-US" sz="1100" b="0" u="none" spc="-7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54" strike="noStrike">
                <a:solidFill>
                  <a:srgbClr val="8C8A85"/>
                </a:solidFill>
                <a:effectLst/>
                <a:uFillTx/>
                <a:latin typeface="Arial"/>
              </a:rPr>
              <a:t>scoresa</a:t>
            </a:r>
            <a:r>
              <a:rPr lang="en-US" sz="1100" b="0" u="none" spc="-9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11" strike="noStrike">
                <a:solidFill>
                  <a:srgbClr val="8C8A85"/>
                </a:solidFill>
                <a:effectLst/>
                <a:uFillTx/>
                <a:latin typeface="Arial"/>
              </a:rPr>
              <a:t>slngle</a:t>
            </a:r>
            <a:r>
              <a:rPr lang="en-US" sz="1100" b="0" u="none" spc="-119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frame </a:t>
            </a:r>
            <a:r>
              <a:rPr lang="en-US" sz="1100" b="0" u="none" spc="20" strike="noStrike">
                <a:solidFill>
                  <a:srgbClr val="8C8A85"/>
                </a:solidFill>
                <a:effectLst/>
                <a:uFillTx/>
                <a:latin typeface="Arial"/>
              </a:rPr>
              <a:t>locally</a:t>
            </a:r>
            <a:r>
              <a:rPr lang="en-US" sz="1100" b="0" u="none" spc="-11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20" strike="noStrike">
                <a:solidFill>
                  <a:srgbClr val="645D56"/>
                </a:solidFill>
                <a:effectLst/>
                <a:uFillTx/>
                <a:latin typeface="Arial"/>
              </a:rPr>
              <a:t>-</a:t>
            </a:r>
            <a:r>
              <a:rPr lang="en-US" sz="1100" b="0" u="none" spc="400" strike="noStrike">
                <a:solidFill>
                  <a:srgbClr val="645D56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20" strike="noStrike">
                <a:solidFill>
                  <a:srgbClr val="8C8A85"/>
                </a:solidFill>
                <a:effectLst/>
                <a:uFillTx/>
                <a:latin typeface="Arial"/>
              </a:rPr>
              <a:t>no</a:t>
            </a:r>
            <a:r>
              <a:rPr lang="en-US" sz="1100" b="0" u="none" spc="-71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20" strike="noStrike">
                <a:solidFill>
                  <a:srgbClr val="8C8A85"/>
                </a:solidFill>
                <a:effectLst/>
                <a:uFillTx/>
                <a:latin typeface="Arial"/>
              </a:rPr>
              <a:t>network</a:t>
            </a:r>
            <a:r>
              <a:rPr lang="en-US" sz="1100" b="0" u="none" spc="-99" strike="noStrike">
                <a:solidFill>
                  <a:srgbClr val="8C8A85"/>
                </a:solidFill>
                <a:effectLst/>
                <a:uFillTx/>
                <a:latin typeface="Arial"/>
              </a:rPr>
              <a:t> </a:t>
            </a:r>
            <a:r>
              <a:rPr lang="en-US" sz="1100" b="0" u="none" spc="-11" strike="noStrike">
                <a:solidFill>
                  <a:srgbClr val="8C8A85"/>
                </a:solidFill>
                <a:effectLst/>
                <a:uFillTx/>
                <a:latin typeface="Arial"/>
              </a:rPr>
              <a:t>calls.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object 32"/>
          <p:cNvSpPr/>
          <p:nvPr/>
        </p:nvSpPr>
        <p:spPr>
          <a:xfrm>
            <a:off x="11056320" y="5899680"/>
            <a:ext cx="914760" cy="12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2600" rIns="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750" b="0" u="none" spc="111" strike="noStrike">
                <a:solidFill>
                  <a:srgbClr val="F28E7E"/>
                </a:solidFill>
                <a:effectLst/>
                <a:uFillTx/>
                <a:latin typeface="Arial"/>
              </a:rPr>
              <a:t>LOCAL</a:t>
            </a:r>
            <a:r>
              <a:rPr lang="en-US" sz="750" b="0" u="none" spc="184" strike="noStrike">
                <a:solidFill>
                  <a:srgbClr val="F28E7E"/>
                </a:solidFill>
                <a:effectLst/>
                <a:uFillTx/>
                <a:latin typeface="Arial"/>
              </a:rPr>
              <a:t>  </a:t>
            </a:r>
            <a:r>
              <a:rPr lang="en-US" sz="750" b="0" u="none" spc="113" strike="noStrike">
                <a:solidFill>
                  <a:srgbClr val="F28E7E"/>
                </a:solidFill>
                <a:effectLst/>
                <a:uFillTx/>
                <a:latin typeface="Arial"/>
              </a:rPr>
              <a:t>ALERT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object 33"/>
          <p:cNvSpPr/>
          <p:nvPr/>
        </p:nvSpPr>
        <p:spPr>
          <a:xfrm>
            <a:off x="11059920" y="6058440"/>
            <a:ext cx="2296440" cy="224640"/>
          </a:xfrm>
          <a:prstGeom prst="rect">
            <a:avLst/>
          </a:prstGeom>
          <a:solidFill>
            <a:srgbClr val="B54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800" rIns="0" bIns="0" anchor="t">
            <a:spAutoFit/>
          </a:bodyPr>
          <a:p>
            <a:pPr>
              <a:lnSpc>
                <a:spcPct val="100000"/>
              </a:lnSpc>
              <a:spcBef>
                <a:spcPts val="85"/>
              </a:spcBef>
            </a:pPr>
            <a:r>
              <a:rPr lang="en-US" sz="1400" b="1" u="none" strike="noStrike">
                <a:solidFill>
                  <a:srgbClr val="F7D8C3"/>
                </a:solidFill>
                <a:effectLst/>
                <a:uFillTx/>
                <a:latin typeface="Arial"/>
              </a:rPr>
              <a:t>Sub-milliSecond</a:t>
            </a:r>
            <a:r>
              <a:rPr lang="en-US" sz="1400" b="1" u="none" spc="34" strike="noStrike">
                <a:solidFill>
                  <a:srgbClr val="F7D8C3"/>
                </a:solidFill>
                <a:effectLst/>
                <a:uFillTx/>
                <a:latin typeface="Arial"/>
              </a:rPr>
              <a:t> </a:t>
            </a:r>
            <a:r>
              <a:rPr lang="en-US" sz="1400" b="1" u="none" spc="-11" strike="noStrike">
                <a:solidFill>
                  <a:srgbClr val="F7D8C3"/>
                </a:solidFill>
                <a:effectLst/>
                <a:uFillTx/>
                <a:latin typeface="Arial"/>
              </a:rPr>
              <a:t>decision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object 34"/>
          <p:cNvSpPr/>
          <p:nvPr/>
        </p:nvSpPr>
        <p:spPr>
          <a:xfrm>
            <a:off x="209880" y="8090280"/>
            <a:ext cx="4669920" cy="3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  <a:tabLst>
                <a:tab pos="972720" algn="l"/>
                <a:tab pos="1177920" algn="l"/>
                <a:tab pos="2261880" algn="l"/>
              </a:tabLst>
            </a:pPr>
            <a:r>
              <a:rPr lang="en-US" sz="1200" b="0" u="none" spc="-139" strike="noStrike">
                <a:solidFill>
                  <a:srgbClr val="8C8A85"/>
                </a:solidFill>
                <a:effectLst/>
                <a:uFillTx/>
                <a:latin typeface="Courier New"/>
              </a:rPr>
              <a:t>from</a:t>
            </a:r>
            <a:r>
              <a:rPr lang="en-US" sz="1200" b="0" u="none" spc="-235" strike="noStrike">
                <a:solidFill>
                  <a:srgbClr val="8C8A85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pc="-11" strike="noStrike">
                <a:solidFill>
                  <a:srgbClr val="8C8A85"/>
                </a:solidFill>
                <a:effectLst/>
                <a:uFillTx/>
                <a:latin typeface="Courier New"/>
              </a:rPr>
              <a:t>sensor</a:t>
            </a:r>
            <a:r>
              <a:rPr lang="en-US" sz="1200" b="0" u="none" strike="noStrike">
                <a:solidFill>
                  <a:srgbClr val="8C8A85"/>
                </a:solidFill>
                <a:effectLst/>
                <a:uFillTx/>
                <a:latin typeface="Courier New"/>
              </a:rPr>
              <a:t>	</a:t>
            </a:r>
            <a:r>
              <a:rPr lang="en-US" sz="1150" b="0" u="none" spc="-51" strike="noStrike">
                <a:solidFill>
                  <a:srgbClr val="9E9C9C"/>
                </a:solidFill>
                <a:effectLst/>
                <a:uFillTx/>
                <a:latin typeface="Courier New"/>
              </a:rPr>
              <a:t>&gt;</a:t>
            </a:r>
            <a:r>
              <a:rPr lang="en-US" sz="1150" b="0" u="none" strike="noStrike">
                <a:solidFill>
                  <a:srgbClr val="9E9C9C"/>
                </a:solidFill>
                <a:effectLst/>
                <a:uFillTx/>
                <a:latin typeface="Courier New"/>
              </a:rPr>
              <a:t>	</a:t>
            </a:r>
            <a:r>
              <a:rPr lang="en-US" sz="1200" b="0" u="none" spc="-255" strike="noStrike">
                <a:solidFill>
                  <a:srgbClr val="8C8A85"/>
                </a:solidFill>
                <a:effectLst/>
                <a:uFillTx/>
                <a:latin typeface="Courier New"/>
              </a:rPr>
              <a:t>scaLer.PKL</a:t>
            </a:r>
            <a:r>
              <a:rPr lang="en-US" sz="1200" b="0" u="none" spc="400" strike="noStrike">
                <a:solidFill>
                  <a:srgbClr val="8C8A85"/>
                </a:solidFill>
                <a:effectLst/>
                <a:uFillTx/>
                <a:latin typeface="Courier New"/>
              </a:rPr>
              <a:t> </a:t>
            </a:r>
            <a:r>
              <a:rPr lang="en-US" sz="1150" b="0" u="none" spc="-51" strike="noStrike">
                <a:solidFill>
                  <a:srgbClr val="9E9C9C"/>
                </a:solidFill>
                <a:effectLst/>
                <a:uFillTx/>
                <a:latin typeface="Courier New"/>
              </a:rPr>
              <a:t>&gt;</a:t>
            </a:r>
            <a:r>
              <a:rPr lang="en-US" sz="1150" b="0" u="none" strike="noStrike">
                <a:solidFill>
                  <a:srgbClr val="9E9C9C"/>
                </a:solidFill>
                <a:effectLst/>
                <a:uFillTx/>
                <a:latin typeface="Courier New"/>
              </a:rPr>
              <a:t>	</a:t>
            </a:r>
            <a:r>
              <a:rPr lang="en-US" sz="1200" b="0" u="none" spc="-156" strike="noStrike">
                <a:solidFill>
                  <a:srgbClr val="AE877B"/>
                </a:solidFill>
                <a:effectLst/>
                <a:uFillTx/>
                <a:latin typeface="Courier New"/>
              </a:rPr>
              <a:t>anomaly</a:t>
            </a:r>
            <a:r>
              <a:rPr lang="en-US" sz="1200" b="0" u="none" spc="-156" strike="noStrike">
                <a:solidFill>
                  <a:srgbClr val="8C8A85"/>
                </a:solidFill>
                <a:effectLst/>
                <a:uFillTx/>
                <a:latin typeface="Courier New"/>
              </a:rPr>
              <a:t>_</a:t>
            </a:r>
            <a:r>
              <a:rPr lang="en-US" sz="1200" b="0" u="none" spc="-156" strike="noStrike">
                <a:solidFill>
                  <a:srgbClr val="AE877B"/>
                </a:solidFill>
                <a:effectLst/>
                <a:uFillTx/>
                <a:latin typeface="Courier New"/>
              </a:rPr>
              <a:t>model.pk</a:t>
            </a:r>
            <a:r>
              <a:rPr lang="en-US" sz="1200" b="0" u="none" spc="-156" strike="noStrike">
                <a:solidFill>
                  <a:srgbClr val="AE877B"/>
                </a:solidFill>
                <a:effectLst/>
                <a:uFillTx/>
                <a:latin typeface="Courier New"/>
              </a:rPr>
              <a:t>1.</a:t>
            </a:r>
            <a:r>
              <a:rPr lang="en-US" sz="1200" b="0" u="none" spc="-326" strike="noStrike">
                <a:solidFill>
                  <a:srgbClr val="AE877B"/>
                </a:solidFill>
                <a:effectLst/>
                <a:uFillTx/>
                <a:latin typeface="Courier New"/>
              </a:rPr>
              <a:t> </a:t>
            </a:r>
            <a:r>
              <a:rPr lang="en-US" sz="1150" b="0" u="none" strike="noStrike">
                <a:solidFill>
                  <a:srgbClr val="9E9C9C"/>
                </a:solidFill>
                <a:effectLst/>
                <a:uFillTx/>
                <a:latin typeface="Courier New"/>
              </a:rPr>
              <a:t>&gt;</a:t>
            </a:r>
            <a:r>
              <a:rPr lang="en-US" sz="1150" b="0" u="none" spc="289" strike="noStrike">
                <a:solidFill>
                  <a:srgbClr val="9E9C9C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pc="-119" strike="noStrike">
                <a:solidFill>
                  <a:srgbClr val="4D483F"/>
                </a:solidFill>
                <a:effectLst/>
                <a:uFillTx/>
                <a:latin typeface="Courier New"/>
              </a:rPr>
              <a:t>local</a:t>
            </a:r>
            <a:r>
              <a:rPr lang="en-US" sz="1200" b="0" u="none" spc="-306" strike="noStrike">
                <a:solidFill>
                  <a:srgbClr val="4D483F"/>
                </a:solidFill>
                <a:effectLst/>
                <a:uFillTx/>
                <a:latin typeface="Courier New"/>
              </a:rPr>
              <a:t> </a:t>
            </a:r>
            <a:r>
              <a:rPr lang="en-US" sz="1200" b="0" u="none" spc="-105" strike="noStrike">
                <a:solidFill>
                  <a:srgbClr val="4D483F"/>
                </a:solidFill>
                <a:effectLst/>
                <a:uFillTx/>
                <a:latin typeface="Courier New"/>
              </a:rPr>
              <a:t>alert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0193760" y="3954240"/>
            <a:ext cx="3293640" cy="617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0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Unsupervised ensemble that learns statistical bounds of normal operation. Saved as anomaly_model.pkl.</a:t>
            </a:r>
            <a:endParaRPr lang="en-US" sz="1000" b="0" u="none" strike="noStrike">
              <a:solidFill>
                <a:srgbClr val="80808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0287000" y="3200400"/>
            <a:ext cx="27432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800" b="0" u="none" strike="noStrike">
                <a:solidFill>
                  <a:srgbClr val="999999"/>
                </a:solidFill>
                <a:effectLst/>
                <a:uFillTx/>
                <a:latin typeface="Arial"/>
              </a:rPr>
              <a:t>STAGE 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Isolation Forest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8118720" y="5597640"/>
            <a:ext cx="1600200" cy="238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050" b="0" u="none" strike="noStrike">
                <a:solidFill>
                  <a:srgbClr val="808080"/>
                </a:solidFill>
                <a:effectLst/>
                <a:uFillTx/>
                <a:latin typeface="Arial"/>
              </a:rPr>
              <a:t>RUNTIME</a:t>
            </a:r>
            <a:endParaRPr lang="en-US" sz="1050" b="0" u="none" strike="noStrike">
              <a:solidFill>
                <a:srgbClr val="80808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object 2"/>
          <p:cNvPicPr/>
          <p:nvPr/>
        </p:nvPicPr>
        <p:blipFill>
          <a:blip r:embed="rId1"/>
          <a:stretch/>
        </p:blipFill>
        <p:spPr>
          <a:xfrm>
            <a:off x="4869720" y="2238840"/>
            <a:ext cx="4487400" cy="22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object 3"/>
          <p:cNvPicPr/>
          <p:nvPr/>
        </p:nvPicPr>
        <p:blipFill>
          <a:blip r:embed="rId2"/>
          <a:stretch/>
        </p:blipFill>
        <p:spPr>
          <a:xfrm>
            <a:off x="9510120" y="2238840"/>
            <a:ext cx="5174640" cy="22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object 4"/>
          <p:cNvPicPr/>
          <p:nvPr/>
        </p:nvPicPr>
        <p:blipFill>
          <a:blip r:embed="rId3"/>
          <a:stretch/>
        </p:blipFill>
        <p:spPr>
          <a:xfrm>
            <a:off x="11744280" y="5414760"/>
            <a:ext cx="3112200" cy="286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object 7"/>
          <p:cNvSpPr/>
          <p:nvPr/>
        </p:nvSpPr>
        <p:spPr>
          <a:xfrm>
            <a:off x="214920" y="717840"/>
            <a:ext cx="177192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950" b="0" u="none" spc="190" strike="noStrike">
                <a:solidFill>
                  <a:srgbClr val="898980"/>
                </a:solidFill>
                <a:effectLst/>
                <a:uFillTx/>
                <a:latin typeface="Arial"/>
              </a:rPr>
              <a:t>IMPACT</a:t>
            </a:r>
            <a:r>
              <a:rPr lang="en-US" sz="950" b="0" u="none" spc="201" strike="noStrike">
                <a:solidFill>
                  <a:srgbClr val="898980"/>
                </a:solidFill>
                <a:effectLst/>
                <a:uFillTx/>
                <a:latin typeface="Arial"/>
              </a:rPr>
              <a:t>  </a:t>
            </a:r>
            <a:r>
              <a:rPr lang="en-US" sz="950" b="0" u="none" spc="105" strike="noStrike">
                <a:solidFill>
                  <a:srgbClr val="9C9A95"/>
                </a:solidFill>
                <a:effectLst/>
                <a:uFillTx/>
                <a:latin typeface="Arial"/>
              </a:rPr>
              <a:t>•</a:t>
            </a:r>
            <a:r>
              <a:rPr lang="en-US" sz="950" b="0" u="none" spc="221" strike="noStrike">
                <a:solidFill>
                  <a:srgbClr val="9C9A95"/>
                </a:solidFill>
                <a:effectLst/>
                <a:uFillTx/>
                <a:latin typeface="Arial"/>
              </a:rPr>
              <a:t>  </a:t>
            </a:r>
            <a:r>
              <a:rPr lang="en-US" sz="950" b="0" u="none" spc="224" strike="noStrike">
                <a:solidFill>
                  <a:srgbClr val="898980"/>
                </a:solidFill>
                <a:effectLst/>
                <a:uFillTx/>
                <a:latin typeface="Arial"/>
              </a:rPr>
              <a:t>LIVE</a:t>
            </a:r>
            <a:r>
              <a:rPr lang="en-US" sz="950" b="0" u="none" spc="159" strike="noStrike">
                <a:solidFill>
                  <a:srgbClr val="898980"/>
                </a:solidFill>
                <a:effectLst/>
                <a:uFillTx/>
                <a:latin typeface="Arial"/>
              </a:rPr>
              <a:t>  </a:t>
            </a:r>
            <a:r>
              <a:rPr lang="en-US" sz="950" b="0" u="none" spc="-20" strike="noStrike">
                <a:solidFill>
                  <a:srgbClr val="898980"/>
                </a:solidFill>
                <a:effectLst/>
                <a:uFillTx/>
                <a:latin typeface="Arial"/>
              </a:rPr>
              <a:t>DEMO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object 8"/>
          <p:cNvSpPr/>
          <p:nvPr/>
        </p:nvSpPr>
        <p:spPr>
          <a:xfrm>
            <a:off x="217800" y="966600"/>
            <a:ext cx="6389640" cy="16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95760" rIns="0" bIns="0" anchor="t">
            <a:spAutoFit/>
          </a:bodyPr>
          <a:p>
            <a:pPr marL="21600" indent="-9360">
              <a:lnSpc>
                <a:spcPts val="4141"/>
              </a:lnSpc>
              <a:spcBef>
                <a:spcPts val="754"/>
              </a:spcBef>
              <a:tabLst>
                <a:tab pos="0" algn="l"/>
              </a:tabLst>
            </a:pPr>
            <a:r>
              <a:rPr lang="en-US" sz="3950" b="1" u="none" strike="noStrike">
                <a:solidFill>
                  <a:srgbClr val="23232A"/>
                </a:solidFill>
                <a:effectLst/>
                <a:uFillTx/>
                <a:latin typeface="Arial"/>
              </a:rPr>
              <a:t>Sub-millisecond</a:t>
            </a:r>
            <a:r>
              <a:rPr lang="en-US" sz="3950" b="1" u="none" spc="99" strike="noStrike">
                <a:solidFill>
                  <a:srgbClr val="23232A"/>
                </a:solidFill>
                <a:effectLst/>
                <a:uFillTx/>
                <a:latin typeface="Arial"/>
              </a:rPr>
              <a:t> </a:t>
            </a:r>
            <a:r>
              <a:rPr lang="en-US" sz="3950" b="1" u="none" spc="60" strike="noStrike">
                <a:solidFill>
                  <a:srgbClr val="23232A"/>
                </a:solidFill>
                <a:effectLst/>
                <a:uFillTx/>
                <a:latin typeface="Arial"/>
              </a:rPr>
              <a:t>inference </a:t>
            </a:r>
            <a:r>
              <a:rPr lang="en-US" sz="3950" b="1" u="none" strike="noStrike">
                <a:solidFill>
                  <a:srgbClr val="5E5D5D"/>
                </a:solidFill>
                <a:effectLst/>
                <a:uFillTx/>
                <a:latin typeface="Arial"/>
              </a:rPr>
              <a:t>and</a:t>
            </a:r>
            <a:r>
              <a:rPr lang="en-US" sz="3950" b="1" u="none" spc="96" strike="noStrike">
                <a:solidFill>
                  <a:srgbClr val="5E5D5D"/>
                </a:solidFill>
                <a:effectLst/>
                <a:uFillTx/>
                <a:latin typeface="Arial"/>
              </a:rPr>
              <a:t> </a:t>
            </a:r>
            <a:r>
              <a:rPr lang="en-US" sz="3950" b="1" u="none" spc="60" strike="noStrike">
                <a:solidFill>
                  <a:srgbClr val="5E5D5D"/>
                </a:solidFill>
                <a:effectLst/>
                <a:uFillTx/>
                <a:latin typeface="Arial"/>
              </a:rPr>
              <a:t>real-</a:t>
            </a:r>
            <a:r>
              <a:rPr lang="en-US" sz="3950" b="1" u="none" spc="74" strike="noStrike">
                <a:solidFill>
                  <a:srgbClr val="5E5D5D"/>
                </a:solidFill>
                <a:effectLst/>
                <a:uFillTx/>
                <a:latin typeface="Arial"/>
              </a:rPr>
              <a:t>time</a:t>
            </a:r>
            <a:r>
              <a:rPr lang="en-US" sz="3950" b="1" u="none" spc="125" strike="noStrike">
                <a:solidFill>
                  <a:srgbClr val="5E5D5D"/>
                </a:solidFill>
                <a:effectLst/>
                <a:uFillTx/>
                <a:latin typeface="Arial"/>
              </a:rPr>
              <a:t> </a:t>
            </a:r>
            <a:r>
              <a:rPr lang="en-US" sz="3950" b="1" u="none" spc="-11" strike="noStrike">
                <a:solidFill>
                  <a:srgbClr val="5E5D5D"/>
                </a:solidFill>
                <a:effectLst/>
                <a:uFillTx/>
                <a:latin typeface="Arial"/>
              </a:rPr>
              <a:t>alerting.</a:t>
            </a:r>
            <a:endParaRPr lang="en-US" sz="3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2520">
              <a:lnSpc>
                <a:spcPct val="100000"/>
              </a:lnSpc>
              <a:spcBef>
                <a:spcPts val="2820"/>
              </a:spcBef>
              <a:tabLst>
                <a:tab pos="0" algn="l"/>
              </a:tabLst>
            </a:pPr>
            <a:r>
              <a:rPr lang="en-US" sz="1100" b="0" u="none" strike="noStrike">
                <a:solidFill>
                  <a:srgbClr val="9C9A95"/>
                </a:solidFill>
                <a:effectLst/>
                <a:uFillTx/>
                <a:latin typeface="Courier New"/>
              </a:rPr>
              <a:t>INFERENCE</a:t>
            </a:r>
            <a:r>
              <a:rPr lang="en-US" sz="1100" b="0" u="none" spc="31" strike="noStrike">
                <a:solidFill>
                  <a:srgbClr val="9C9A95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11" strike="noStrike">
                <a:solidFill>
                  <a:srgbClr val="9C9A95"/>
                </a:solidFill>
                <a:effectLst/>
                <a:uFillTx/>
                <a:latin typeface="Courier New"/>
              </a:rPr>
              <a:t>LATENCY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object 9"/>
          <p:cNvSpPr/>
          <p:nvPr/>
        </p:nvSpPr>
        <p:spPr>
          <a:xfrm>
            <a:off x="13782960" y="733680"/>
            <a:ext cx="95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040" rIns="0" bIns="0" anchor="t">
            <a:spAutoFit/>
          </a:bodyPr>
          <a:p>
            <a:pPr>
              <a:lnSpc>
                <a:spcPct val="100000"/>
              </a:lnSpc>
              <a:spcBef>
                <a:spcPts val="111"/>
              </a:spcBef>
            </a:pPr>
            <a:r>
              <a:rPr lang="en-US" sz="2100" b="0" u="none" spc="-51" strike="noStrike">
                <a:solidFill>
                  <a:srgbClr val="A14642"/>
                </a:solidFill>
                <a:effectLst/>
                <a:uFillTx/>
                <a:latin typeface="Arial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bject 10"/>
          <p:cNvSpPr/>
          <p:nvPr/>
        </p:nvSpPr>
        <p:spPr>
          <a:xfrm>
            <a:off x="13301280" y="1004760"/>
            <a:ext cx="171972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sz="1100" b="0" u="none" spc="-26" strike="noStrike">
                <a:solidFill>
                  <a:srgbClr val="898980"/>
                </a:solidFill>
                <a:effectLst/>
                <a:uFillTx/>
                <a:latin typeface="Courier New"/>
              </a:rPr>
              <a:t>LIV</a:t>
            </a:r>
            <a:r>
              <a:rPr lang="en-US" sz="1100" b="0" u="none" spc="-26" strike="noStrike">
                <a:solidFill>
                  <a:srgbClr val="5E5D5D"/>
                </a:solidFill>
                <a:effectLst/>
                <a:uFillTx/>
                <a:latin typeface="Courier New"/>
              </a:rPr>
              <a:t>E</a:t>
            </a:r>
            <a:r>
              <a:rPr lang="en-US" sz="1100" b="0" u="none" spc="-204" strike="noStrike">
                <a:solidFill>
                  <a:srgbClr val="5E5D5D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45" strike="noStrike">
                <a:solidFill>
                  <a:srgbClr val="898980"/>
                </a:solidFill>
                <a:effectLst/>
                <a:uFillTx/>
                <a:latin typeface="Courier New"/>
              </a:rPr>
              <a:t>PIPELIN</a:t>
            </a:r>
            <a:r>
              <a:rPr lang="en-US" sz="1100" b="0" u="none" spc="-45" strike="noStrike">
                <a:solidFill>
                  <a:srgbClr val="70706B"/>
                </a:solidFill>
                <a:effectLst/>
                <a:uFillTx/>
                <a:latin typeface="Courier New"/>
              </a:rPr>
              <a:t>E</a:t>
            </a:r>
            <a:r>
              <a:rPr lang="en-US" sz="1100" b="0" u="none" spc="-156" strike="noStrike">
                <a:solidFill>
                  <a:srgbClr val="70706B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trike="noStrike">
                <a:solidFill>
                  <a:srgbClr val="898980"/>
                </a:solidFill>
                <a:effectLst/>
                <a:uFillTx/>
                <a:latin typeface="Courier New"/>
              </a:rPr>
              <a:t>•</a:t>
            </a:r>
            <a:r>
              <a:rPr lang="en-US" sz="1100" b="0" u="none" spc="-34" strike="noStrike">
                <a:solidFill>
                  <a:srgbClr val="898980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45" strike="noStrike">
                <a:solidFill>
                  <a:srgbClr val="898980"/>
                </a:solidFill>
                <a:effectLst/>
                <a:uFillTx/>
                <a:latin typeface="Courier New"/>
              </a:rPr>
              <a:t>APP.PY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object 11"/>
          <p:cNvSpPr/>
          <p:nvPr/>
        </p:nvSpPr>
        <p:spPr>
          <a:xfrm>
            <a:off x="495000" y="2743200"/>
            <a:ext cx="2934000" cy="19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560" rIns="0" bIns="0" anchor="t">
            <a:spAutoFit/>
          </a:bodyPr>
          <a:p>
            <a:pPr marL="64800">
              <a:lnSpc>
                <a:spcPct val="100000"/>
              </a:lnSpc>
              <a:spcBef>
                <a:spcPts val="130"/>
              </a:spcBef>
            </a:pPr>
            <a:r>
              <a:rPr lang="en-US" sz="10800" b="0" u="none" strike="noStrike" baseline="3000">
                <a:solidFill>
                  <a:srgbClr val="23232A"/>
                </a:solidFill>
                <a:effectLst/>
                <a:uFillTx/>
                <a:latin typeface="Arial"/>
              </a:rPr>
              <a:t>&lt;</a:t>
            </a:r>
            <a:r>
              <a:rPr lang="en-US" sz="10800" b="0" u="none" spc="45" strike="noStrike" baseline="3000">
                <a:solidFill>
                  <a:srgbClr val="23232A"/>
                </a:solidFill>
                <a:effectLst/>
                <a:uFillTx/>
                <a:latin typeface="Arial"/>
              </a:rPr>
              <a:t> </a:t>
            </a:r>
            <a:r>
              <a:rPr lang="en-US" sz="7200" b="1" u="none" spc="-11" strike="noStrike">
                <a:solidFill>
                  <a:srgbClr val="23232A"/>
                </a:solidFill>
                <a:effectLst/>
                <a:uFillTx/>
                <a:latin typeface="Arial"/>
              </a:rPr>
              <a:t>1</a:t>
            </a:r>
            <a:r>
              <a:rPr lang="en-US" sz="7200" b="1" u="none" spc="-916" strike="noStrike">
                <a:solidFill>
                  <a:srgbClr val="23232A"/>
                </a:solidFill>
                <a:effectLst/>
                <a:uFillTx/>
                <a:latin typeface="Arial"/>
              </a:rPr>
              <a:t> </a:t>
            </a:r>
            <a:r>
              <a:rPr lang="en-US" sz="3050" b="1" u="none" spc="-34" strike="noStrike">
                <a:solidFill>
                  <a:srgbClr val="5E5D5D"/>
                </a:solidFill>
                <a:effectLst/>
                <a:uFillTx/>
                <a:latin typeface="Arial"/>
              </a:rPr>
              <a:t>ms</a:t>
            </a:r>
            <a:endParaRPr lang="en-US" sz="3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001"/>
              </a:spcBef>
            </a:pPr>
            <a:r>
              <a:rPr lang="en-US" sz="950" b="0" u="none" spc="-65" strike="noStrike">
                <a:solidFill>
                  <a:srgbClr val="9C9A95"/>
                </a:solidFill>
                <a:effectLst/>
                <a:uFillTx/>
                <a:latin typeface="Arial"/>
              </a:rPr>
              <a:t>Per</a:t>
            </a:r>
            <a:r>
              <a:rPr lang="en-US" sz="950" b="0" u="none" spc="-136" strike="noStrike">
                <a:solidFill>
                  <a:srgbClr val="9C9A95"/>
                </a:solidFill>
                <a:effectLst/>
                <a:uFillTx/>
                <a:latin typeface="Arial"/>
              </a:rPr>
              <a:t> </a:t>
            </a:r>
            <a:r>
              <a:rPr lang="en-US" sz="950" b="0" u="none" spc="74" strike="noStrike">
                <a:solidFill>
                  <a:srgbClr val="9C9A95"/>
                </a:solidFill>
                <a:effectLst/>
                <a:uFillTx/>
                <a:latin typeface="Arial"/>
              </a:rPr>
              <a:t>data frame</a:t>
            </a:r>
            <a:r>
              <a:rPr lang="en-US" sz="950" b="0" u="none" spc="-125" strike="noStrike">
                <a:solidFill>
                  <a:srgbClr val="9C9A95"/>
                </a:solidFill>
                <a:effectLst/>
                <a:uFillTx/>
                <a:latin typeface="Arial"/>
              </a:rPr>
              <a:t> </a:t>
            </a:r>
            <a:r>
              <a:rPr lang="en-US" sz="950" b="0" u="none" spc="54" strike="noStrike">
                <a:solidFill>
                  <a:srgbClr val="9C9A95"/>
                </a:solidFill>
                <a:effectLst/>
                <a:uFillTx/>
                <a:latin typeface="Arial"/>
              </a:rPr>
              <a:t>on</a:t>
            </a:r>
            <a:r>
              <a:rPr lang="en-US" sz="950" b="0" u="none" strike="noStrike">
                <a:solidFill>
                  <a:srgbClr val="9C9A95"/>
                </a:solidFill>
                <a:effectLst/>
                <a:uFillTx/>
                <a:latin typeface="Arial"/>
              </a:rPr>
              <a:t> </a:t>
            </a:r>
            <a:r>
              <a:rPr lang="en-US" sz="950" b="0" u="none" spc="51" strike="noStrike">
                <a:solidFill>
                  <a:srgbClr val="9C9A95"/>
                </a:solidFill>
                <a:effectLst/>
                <a:uFillTx/>
                <a:latin typeface="Arial"/>
              </a:rPr>
              <a:t>commodity</a:t>
            </a:r>
            <a:r>
              <a:rPr lang="en-US" sz="950" b="0" u="none" spc="-130" strike="noStrike">
                <a:solidFill>
                  <a:srgbClr val="9C9A95"/>
                </a:solidFill>
                <a:effectLst/>
                <a:uFillTx/>
                <a:latin typeface="Arial"/>
              </a:rPr>
              <a:t> </a:t>
            </a:r>
            <a:r>
              <a:rPr lang="en-US" sz="950" b="0" u="none" spc="51" strike="noStrike">
                <a:solidFill>
                  <a:srgbClr val="9C9A95"/>
                </a:solidFill>
                <a:effectLst/>
                <a:uFillTx/>
                <a:latin typeface="Arial"/>
              </a:rPr>
              <a:t>edge </a:t>
            </a:r>
            <a:r>
              <a:rPr lang="en-US" sz="950" b="0" u="none" spc="51" strike="noStrike">
                <a:solidFill>
                  <a:srgbClr val="898980"/>
                </a:solidFill>
                <a:effectLst/>
                <a:uFillTx/>
                <a:latin typeface="Arial"/>
              </a:rPr>
              <a:t>hardware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object 13"/>
          <p:cNvSpPr/>
          <p:nvPr/>
        </p:nvSpPr>
        <p:spPr>
          <a:xfrm>
            <a:off x="13916160" y="4831200"/>
            <a:ext cx="1106280" cy="1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850" b="0" u="none" spc="96" strike="noStrike">
                <a:solidFill>
                  <a:srgbClr val="9C9A95"/>
                </a:solidFill>
                <a:effectLst/>
                <a:uFillTx/>
                <a:latin typeface="Times New Roman"/>
              </a:rPr>
              <a:t>DECISION</a:t>
            </a:r>
            <a:r>
              <a:rPr lang="en-US" sz="850" b="0" u="none" spc="420" strike="noStrike">
                <a:solidFill>
                  <a:srgbClr val="9C9A95"/>
                </a:solidFill>
                <a:effectLst/>
                <a:uFillTx/>
                <a:latin typeface="Times New Roman"/>
              </a:rPr>
              <a:t> </a:t>
            </a:r>
            <a:r>
              <a:rPr lang="en-US" sz="1100" b="0" u="none" spc="-31" strike="noStrike">
                <a:solidFill>
                  <a:srgbClr val="9C9A95"/>
                </a:solidFill>
                <a:effectLst/>
                <a:uFillTx/>
                <a:latin typeface="Courier New"/>
              </a:rPr>
              <a:t>SCORE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"/>
          <p:cNvPicPr/>
          <p:nvPr/>
        </p:nvPicPr>
        <p:blipFill>
          <a:blip r:embed="rId4"/>
          <a:stretch/>
        </p:blipFill>
        <p:spPr>
          <a:xfrm>
            <a:off x="76680" y="4753440"/>
            <a:ext cx="11581920" cy="393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bject 4"/>
          <p:cNvSpPr/>
          <p:nvPr/>
        </p:nvSpPr>
        <p:spPr>
          <a:xfrm>
            <a:off x="216360" y="717840"/>
            <a:ext cx="115524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950" b="0" u="none" spc="51" strike="noStrike">
                <a:solidFill>
                  <a:srgbClr val="898782"/>
                </a:solidFill>
                <a:effectLst/>
                <a:uFillTx/>
                <a:latin typeface="Arial"/>
              </a:rPr>
              <a:t>ROAD MAP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object 5"/>
          <p:cNvSpPr/>
          <p:nvPr/>
        </p:nvSpPr>
        <p:spPr>
          <a:xfrm>
            <a:off x="217800" y="966600"/>
            <a:ext cx="6225120" cy="11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4760" rIns="0" bIns="0" anchor="t">
            <a:spAutoFit/>
          </a:bodyPr>
          <a:p>
            <a:pPr marL="12600">
              <a:lnSpc>
                <a:spcPts val="4541"/>
              </a:lnSpc>
              <a:spcBef>
                <a:spcPts val="113"/>
              </a:spcBef>
            </a:pPr>
            <a:r>
              <a:rPr lang="en-US" sz="3950" b="1" u="none" spc="-96" strike="noStrike">
                <a:solidFill>
                  <a:srgbClr val="21212A"/>
                </a:solidFill>
                <a:effectLst/>
                <a:uFillTx/>
                <a:latin typeface="Arial"/>
              </a:rPr>
              <a:t>From</a:t>
            </a:r>
            <a:r>
              <a:rPr lang="en-US" sz="3950" b="1" u="none" spc="-111" strike="noStrike">
                <a:solidFill>
                  <a:srgbClr val="21212A"/>
                </a:solidFill>
                <a:effectLst/>
                <a:uFillTx/>
                <a:latin typeface="Arial"/>
              </a:rPr>
              <a:t> </a:t>
            </a:r>
            <a:r>
              <a:rPr lang="en-US" sz="3950" b="1" u="none" spc="85" strike="noStrike">
                <a:solidFill>
                  <a:srgbClr val="21212A"/>
                </a:solidFill>
                <a:effectLst/>
                <a:uFillTx/>
                <a:latin typeface="Arial"/>
              </a:rPr>
              <a:t>Python</a:t>
            </a:r>
            <a:r>
              <a:rPr lang="en-US" sz="3950" b="1" u="none" spc="26" strike="noStrike">
                <a:solidFill>
                  <a:srgbClr val="21212A"/>
                </a:solidFill>
                <a:effectLst/>
                <a:uFillTx/>
                <a:latin typeface="Arial"/>
              </a:rPr>
              <a:t> </a:t>
            </a:r>
            <a:r>
              <a:rPr lang="en-US" sz="3950" b="1" u="none" spc="105" strike="noStrike">
                <a:solidFill>
                  <a:srgbClr val="21212A"/>
                </a:solidFill>
                <a:effectLst/>
                <a:uFillTx/>
                <a:latin typeface="Arial"/>
              </a:rPr>
              <a:t>prototype</a:t>
            </a:r>
            <a:endParaRPr lang="en-US" sz="3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40">
              <a:lnSpc>
                <a:spcPts val="4300"/>
              </a:lnSpc>
            </a:pPr>
            <a:r>
              <a:rPr lang="en-US" sz="3750" b="1" u="none" spc="99" strike="noStrike">
                <a:solidFill>
                  <a:srgbClr val="5D5B5D"/>
                </a:solidFill>
                <a:effectLst/>
                <a:uFillTx/>
                <a:latin typeface="Arial"/>
              </a:rPr>
              <a:t>to</a:t>
            </a:r>
            <a:r>
              <a:rPr lang="en-US" sz="3750" b="1" u="none" spc="439" strike="noStrike">
                <a:solidFill>
                  <a:srgbClr val="5D5B5D"/>
                </a:solidFill>
                <a:effectLst/>
                <a:uFillTx/>
                <a:latin typeface="Arial"/>
              </a:rPr>
              <a:t> </a:t>
            </a:r>
            <a:r>
              <a:rPr lang="en-US" sz="3750" b="1" u="none" spc="105" strike="noStrike">
                <a:solidFill>
                  <a:srgbClr val="5D5B5D"/>
                </a:solidFill>
                <a:effectLst/>
                <a:uFillTx/>
                <a:latin typeface="Arial"/>
              </a:rPr>
              <a:t>microcontroller</a:t>
            </a:r>
            <a:r>
              <a:rPr lang="en-US" sz="3750" b="1" u="none" spc="184" strike="noStrike">
                <a:solidFill>
                  <a:srgbClr val="5D5B5D"/>
                </a:solidFill>
                <a:effectLst/>
                <a:uFillTx/>
                <a:latin typeface="Arial"/>
              </a:rPr>
              <a:t> </a:t>
            </a:r>
            <a:r>
              <a:rPr lang="en-US" sz="3750" b="1" u="none" spc="-11" strike="noStrike">
                <a:solidFill>
                  <a:srgbClr val="5D5B5D"/>
                </a:solidFill>
                <a:effectLst/>
                <a:uFillTx/>
                <a:latin typeface="Arial"/>
              </a:rPr>
              <a:t>silicon.</a:t>
            </a:r>
            <a:endParaRPr lang="en-US" sz="3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object 6"/>
          <p:cNvSpPr/>
          <p:nvPr/>
        </p:nvSpPr>
        <p:spPr>
          <a:xfrm>
            <a:off x="13361760" y="1281960"/>
            <a:ext cx="1650600" cy="18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3320" rIns="0" bIns="0" anchor="t">
            <a:spAutoFit/>
          </a:bodyPr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1100" b="0" u="none" spc="-65" strike="noStrike">
                <a:solidFill>
                  <a:srgbClr val="BCAA8E"/>
                </a:solidFill>
                <a:effectLst/>
                <a:uFillTx/>
                <a:latin typeface="Courier New"/>
              </a:rPr>
              <a:t>PRODUCTION</a:t>
            </a:r>
            <a:r>
              <a:rPr lang="en-US" sz="1100" b="0" u="none" spc="-79" strike="noStrike">
                <a:solidFill>
                  <a:srgbClr val="BCAA8E"/>
                </a:solidFill>
                <a:effectLst/>
                <a:uFillTx/>
                <a:latin typeface="Courier New"/>
              </a:rPr>
              <a:t> </a:t>
            </a:r>
            <a:r>
              <a:rPr lang="en-US" sz="1100" b="0" u="none" spc="-130" strike="noStrike">
                <a:solidFill>
                  <a:srgbClr val="BCAA8E"/>
                </a:solidFill>
                <a:effectLst/>
                <a:uFillTx/>
                <a:latin typeface="Courier New"/>
              </a:rPr>
              <a:t>TRAJECTORY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0" y="2298960"/>
            <a:ext cx="15591960" cy="643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2026-10-07T10:04:54Z</dcterms:created>
  <dc:creator/>
  <dc:description/>
  <dc:language>en-US</dc:language>
  <cp:lastModifiedBy/>
  <dcterms:modified xsi:type="dcterms:W3CDTF">2026-10-07T18:52:21Z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2026-10-07T00:00:00Z</vt:filetime>
  </property>
  <property fmtid="{D5CDD505-2E9C-101B-9397-08002B2CF9AE}" pid="3" name="LastSaved">
    <vt:filetime>2026-10-07T00:00:00Z</vt:filetime>
  </property>
  <property fmtid="{D5CDD505-2E9C-101B-9397-08002B2CF9AE}" pid="4" name="PresentationFormat">
    <vt:lpwstr>On-screen Show (4:3)</vt:lpwstr>
  </property>
  <property fmtid="{D5CDD505-2E9C-101B-9397-08002B2CF9AE}" pid="5" name="Producer">
    <vt:lpwstr>iLovePDF</vt:lpwstr>
  </property>
</Properties>
</file>